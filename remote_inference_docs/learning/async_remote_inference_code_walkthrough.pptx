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f628de37de447c" /><Relationship Type="http://schemas.openxmlformats.org/officeDocument/2006/relationships/extended-properties" Target="/docProps/app.xml" Id="R4c05acf014fb40d4" /><Relationship Type="http://schemas.openxmlformats.org/officeDocument/2006/relationships/officeDocument" Target="/ppt/presentation.xml" Id="R1e3b5f38b3284cc2" /></Relationships>
</file>

<file path=ppt/presentation.xml><?xml version="1.0" encoding="utf-8"?>
<p:presentation xmlns:p="http://schemas.openxmlformats.org/presentationml/2006/main">
  <p:sldMasterIdLst>
    <p:sldMasterId xmlns:r="http://schemas.openxmlformats.org/officeDocument/2006/relationships" id="2147483648" r:id="Rb96ccc11b70c4c7e"/>
  </p:sldMasterIdLst>
  <p:notesMasterIdLst>
    <p:notesMasterId xmlns:r="http://schemas.openxmlformats.org/officeDocument/2006/relationships" r:id="R49f211be13c84296"/>
  </p:notesMasterIdLst>
  <p:sldIdLst>
    <p:sldId xmlns:r="http://schemas.openxmlformats.org/officeDocument/2006/relationships" id="256" r:id="R4198573e22b8492b"/>
    <p:sldId xmlns:r="http://schemas.openxmlformats.org/officeDocument/2006/relationships" id="257" r:id="Rf5f6e1ad6889486e"/>
    <p:sldId xmlns:r="http://schemas.openxmlformats.org/officeDocument/2006/relationships" id="258" r:id="R6594464f87fc41d3"/>
    <p:sldId xmlns:r="http://schemas.openxmlformats.org/officeDocument/2006/relationships" id="259" r:id="R3cab8c0d4df64646"/>
    <p:sldId xmlns:r="http://schemas.openxmlformats.org/officeDocument/2006/relationships" id="260" r:id="R463bbda8e39843d5"/>
    <p:sldId xmlns:r="http://schemas.openxmlformats.org/officeDocument/2006/relationships" id="261" r:id="R03830b378ab14a8b"/>
    <p:sldId xmlns:r="http://schemas.openxmlformats.org/officeDocument/2006/relationships" id="262" r:id="Rd93dc9b0407e4aa9"/>
    <p:sldId xmlns:r="http://schemas.openxmlformats.org/officeDocument/2006/relationships" id="263" r:id="Re6953b2f36b24274"/>
    <p:sldId xmlns:r="http://schemas.openxmlformats.org/officeDocument/2006/relationships" id="264" r:id="Re91b69b8ce534c3f"/>
    <p:sldId xmlns:r="http://schemas.openxmlformats.org/officeDocument/2006/relationships" id="265" r:id="R526df247c1974337"/>
    <p:sldId xmlns:r="http://schemas.openxmlformats.org/officeDocument/2006/relationships" id="266" r:id="R32800d713f604fd2"/>
    <p:sldId xmlns:r="http://schemas.openxmlformats.org/officeDocument/2006/relationships" id="267" r:id="R6e8891188ef34ae2"/>
    <p:sldId xmlns:r="http://schemas.openxmlformats.org/officeDocument/2006/relationships" id="268" r:id="R9df2fbb715c44052"/>
    <p:sldId xmlns:r="http://schemas.openxmlformats.org/officeDocument/2006/relationships" id="269" r:id="R6a8d1ed6afb744b5"/>
    <p:sldId xmlns:r="http://schemas.openxmlformats.org/officeDocument/2006/relationships" id="270" r:id="Re85bd6ee4b5d4b69"/>
    <p:sldId xmlns:r="http://schemas.openxmlformats.org/officeDocument/2006/relationships" id="271" r:id="R968159bca26a4da9"/>
    <p:sldId xmlns:r="http://schemas.openxmlformats.org/officeDocument/2006/relationships" id="272" r:id="R4a1afeaf68514880"/>
    <p:sldId xmlns:r="http://schemas.openxmlformats.org/officeDocument/2006/relationships" id="273" r:id="Racb29f15653142b4"/>
    <p:sldId xmlns:r="http://schemas.openxmlformats.org/officeDocument/2006/relationships" id="274" r:id="Rdd6378dabfaf4b27"/>
    <p:sldId xmlns:r="http://schemas.openxmlformats.org/officeDocument/2006/relationships" id="275" r:id="Rca551c642ab44977"/>
    <p:sldId xmlns:r="http://schemas.openxmlformats.org/officeDocument/2006/relationships" id="276" r:id="R8a15248525754704"/>
    <p:sldId xmlns:r="http://schemas.openxmlformats.org/officeDocument/2006/relationships" id="277" r:id="Ra5d802c376c94de5"/>
    <p:sldId xmlns:r="http://schemas.openxmlformats.org/officeDocument/2006/relationships" id="278" r:id="R77f93e4b711d41cd"/>
    <p:sldId xmlns:r="http://schemas.openxmlformats.org/officeDocument/2006/relationships" id="279" r:id="R43f16c268fbe4608"/>
    <p:sldId xmlns:r="http://schemas.openxmlformats.org/officeDocument/2006/relationships" id="280" r:id="R4ec348a0c2e84985"/>
    <p:sldId xmlns:r="http://schemas.openxmlformats.org/officeDocument/2006/relationships" id="281" r:id="R3d40f0833ffb47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f374dc736d4f2e" /><Relationship Type="http://schemas.openxmlformats.org/officeDocument/2006/relationships/slideMaster" Target="/ppt/slideMasters/slideMaster1.xml" Id="Rb96ccc11b70c4c7e" /><Relationship Type="http://schemas.openxmlformats.org/officeDocument/2006/relationships/notesMaster" Target="/ppt/notesMasters/notesMaster1.xml" Id="R49f211be13c84296" /><Relationship Type="http://schemas.openxmlformats.org/officeDocument/2006/relationships/presProps" Target="/ppt/presProps.xml" Id="R197de40ccf004c3b" /><Relationship Type="http://schemas.openxmlformats.org/officeDocument/2006/relationships/tableStyles" Target="/ppt/tableStyles.xml" Id="R29c9f628efb34cdc" /><Relationship Type="http://schemas.openxmlformats.org/officeDocument/2006/relationships/slide" Target="/ppt/slides/slide1.xml" Id="R4198573e22b8492b" /><Relationship Type="http://schemas.openxmlformats.org/officeDocument/2006/relationships/slide" Target="/ppt/slides/slide2.xml" Id="Rf5f6e1ad6889486e" /><Relationship Type="http://schemas.openxmlformats.org/officeDocument/2006/relationships/slide" Target="/ppt/slides/slide3.xml" Id="R6594464f87fc41d3" /><Relationship Type="http://schemas.openxmlformats.org/officeDocument/2006/relationships/slide" Target="/ppt/slides/slide4.xml" Id="R3cab8c0d4df64646" /><Relationship Type="http://schemas.openxmlformats.org/officeDocument/2006/relationships/slide" Target="/ppt/slides/slide5.xml" Id="R463bbda8e39843d5" /><Relationship Type="http://schemas.openxmlformats.org/officeDocument/2006/relationships/slide" Target="/ppt/slides/slide6.xml" Id="R03830b378ab14a8b" /><Relationship Type="http://schemas.openxmlformats.org/officeDocument/2006/relationships/slide" Target="/ppt/slides/slide7.xml" Id="Rd93dc9b0407e4aa9" /><Relationship Type="http://schemas.openxmlformats.org/officeDocument/2006/relationships/slide" Target="/ppt/slides/slide8.xml" Id="Re6953b2f36b24274" /><Relationship Type="http://schemas.openxmlformats.org/officeDocument/2006/relationships/slide" Target="/ppt/slides/slide9.xml" Id="Re91b69b8ce534c3f" /><Relationship Type="http://schemas.openxmlformats.org/officeDocument/2006/relationships/slide" Target="/ppt/slides/slide10.xml" Id="R526df247c1974337" /><Relationship Type="http://schemas.openxmlformats.org/officeDocument/2006/relationships/slide" Target="/ppt/slides/slide11.xml" Id="R32800d713f604fd2" /><Relationship Type="http://schemas.openxmlformats.org/officeDocument/2006/relationships/slide" Target="/ppt/slides/slide12.xml" Id="R6e8891188ef34ae2" /><Relationship Type="http://schemas.openxmlformats.org/officeDocument/2006/relationships/slide" Target="/ppt/slides/slide13.xml" Id="R9df2fbb715c44052" /><Relationship Type="http://schemas.openxmlformats.org/officeDocument/2006/relationships/slide" Target="/ppt/slides/slide14.xml" Id="R6a8d1ed6afb744b5" /><Relationship Type="http://schemas.openxmlformats.org/officeDocument/2006/relationships/slide" Target="/ppt/slides/slide15.xml" Id="Re85bd6ee4b5d4b69" /><Relationship Type="http://schemas.openxmlformats.org/officeDocument/2006/relationships/slide" Target="/ppt/slides/slide16.xml" Id="R968159bca26a4da9" /><Relationship Type="http://schemas.openxmlformats.org/officeDocument/2006/relationships/slide" Target="/ppt/slides/slide17.xml" Id="R4a1afeaf68514880" /><Relationship Type="http://schemas.openxmlformats.org/officeDocument/2006/relationships/slide" Target="/ppt/slides/slide18.xml" Id="Racb29f15653142b4" /><Relationship Type="http://schemas.openxmlformats.org/officeDocument/2006/relationships/slide" Target="/ppt/slides/slide19.xml" Id="Rdd6378dabfaf4b27" /><Relationship Type="http://schemas.openxmlformats.org/officeDocument/2006/relationships/slide" Target="/ppt/slides/slide20.xml" Id="Rca551c642ab44977" /><Relationship Type="http://schemas.openxmlformats.org/officeDocument/2006/relationships/slide" Target="/ppt/slides/slide21.xml" Id="R8a15248525754704" /><Relationship Type="http://schemas.openxmlformats.org/officeDocument/2006/relationships/slide" Target="/ppt/slides/slide22.xml" Id="Ra5d802c376c94de5" /><Relationship Type="http://schemas.openxmlformats.org/officeDocument/2006/relationships/slide" Target="/ppt/slides/slide23.xml" Id="R77f93e4b711d41cd" /><Relationship Type="http://schemas.openxmlformats.org/officeDocument/2006/relationships/slide" Target="/ppt/slides/slide24.xml" Id="R43f16c268fbe4608" /><Relationship Type="http://schemas.openxmlformats.org/officeDocument/2006/relationships/slide" Target="/ppt/slides/slide25.xml" Id="R4ec348a0c2e84985" /><Relationship Type="http://schemas.openxmlformats.org/officeDocument/2006/relationships/slide" Target="/ppt/slides/slide26.xml" Id="R3d40f0833ffb47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b0d1d1a94f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e51bd6bb17450f" /><Relationship Type="http://schemas.openxmlformats.org/officeDocument/2006/relationships/notesMaster" Target="/ppt/notesMasters/notesMaster1.xml" Id="R21409347d8c448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458c138a6f4320" /><Relationship Type="http://schemas.openxmlformats.org/officeDocument/2006/relationships/notesMaster" Target="/ppt/notesMasters/notesMaster1.xml" Id="Rff7a56958cce4c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aea93ec7fa40a5" /><Relationship Type="http://schemas.openxmlformats.org/officeDocument/2006/relationships/notesMaster" Target="/ppt/notesMasters/notesMaster1.xml" Id="Rf4b5b08678ca4f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7328d42a6c41f9" /><Relationship Type="http://schemas.openxmlformats.org/officeDocument/2006/relationships/notesMaster" Target="/ppt/notesMasters/notesMaster1.xml" Id="R97d8c005c7b442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49ba490d3948eb" /><Relationship Type="http://schemas.openxmlformats.org/officeDocument/2006/relationships/notesMaster" Target="/ppt/notesMasters/notesMaster1.xml" Id="Rc69cfa30544a4e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8d821ae2594b7a" /><Relationship Type="http://schemas.openxmlformats.org/officeDocument/2006/relationships/notesMaster" Target="/ppt/notesMasters/notesMaster1.xml" Id="R81608d8d1a7b41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d0d2d606994c0d" /><Relationship Type="http://schemas.openxmlformats.org/officeDocument/2006/relationships/notesMaster" Target="/ppt/notesMasters/notesMaster1.xml" Id="R3f35e54b73a94e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64cd393ae146a6" /><Relationship Type="http://schemas.openxmlformats.org/officeDocument/2006/relationships/notesMaster" Target="/ppt/notesMasters/notesMaster1.xml" Id="R08a019859eae4a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c44077bf2c41c5" /><Relationship Type="http://schemas.openxmlformats.org/officeDocument/2006/relationships/notesMaster" Target="/ppt/notesMasters/notesMaster1.xml" Id="R8175bec6e0d144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3c8ff16de945fd" /><Relationship Type="http://schemas.openxmlformats.org/officeDocument/2006/relationships/notesMaster" Target="/ppt/notesMasters/notesMaster1.xml" Id="R46dde351468747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0386c0d24940c2" /><Relationship Type="http://schemas.openxmlformats.org/officeDocument/2006/relationships/notesMaster" Target="/ppt/notesMasters/notesMaster1.xml" Id="Rde68d268ee894a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0b3353e6aa4c98" /><Relationship Type="http://schemas.openxmlformats.org/officeDocument/2006/relationships/notesMaster" Target="/ppt/notesMasters/notesMaster1.xml" Id="Ra0c85c32c20e46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54c5768c4a47f1" /><Relationship Type="http://schemas.openxmlformats.org/officeDocument/2006/relationships/notesMaster" Target="/ppt/notesMasters/notesMaster1.xml" Id="Rcb5ba16954a848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357cbe9b2a45fc" /><Relationship Type="http://schemas.openxmlformats.org/officeDocument/2006/relationships/notesMaster" Target="/ppt/notesMasters/notesMaster1.xml" Id="R9449c4305dd440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ca354c2ab9455c" /><Relationship Type="http://schemas.openxmlformats.org/officeDocument/2006/relationships/notesMaster" Target="/ppt/notesMasters/notesMaster1.xml" Id="R7e1416948b654e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bd6ad847494168" /><Relationship Type="http://schemas.openxmlformats.org/officeDocument/2006/relationships/notesMaster" Target="/ppt/notesMasters/notesMaster1.xml" Id="Rd8731634571848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74461463c44ee" /><Relationship Type="http://schemas.openxmlformats.org/officeDocument/2006/relationships/notesMaster" Target="/ppt/notesMasters/notesMaster1.xml" Id="Rf78121658b4843a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f0fb800e0c4d79" /><Relationship Type="http://schemas.openxmlformats.org/officeDocument/2006/relationships/notesMaster" Target="/ppt/notesMasters/notesMaster1.xml" Id="R4d084f36a0ee443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bbab3d60804514" /><Relationship Type="http://schemas.openxmlformats.org/officeDocument/2006/relationships/notesMaster" Target="/ppt/notesMasters/notesMaster1.xml" Id="R588c6f570ca645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026cbe8071455d" /><Relationship Type="http://schemas.openxmlformats.org/officeDocument/2006/relationships/notesMaster" Target="/ppt/notesMasters/notesMaster1.xml" Id="R0c51d3145c4344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9208a52ad5413e" /><Relationship Type="http://schemas.openxmlformats.org/officeDocument/2006/relationships/notesMaster" Target="/ppt/notesMasters/notesMaster1.xml" Id="R986fcda155c74c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16361ac05643eb" /><Relationship Type="http://schemas.openxmlformats.org/officeDocument/2006/relationships/notesMaster" Target="/ppt/notesMasters/notesMaster1.xml" Id="R389c3f5aed864ea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44bc924b764502" /><Relationship Type="http://schemas.openxmlformats.org/officeDocument/2006/relationships/notesMaster" Target="/ppt/notesMasters/notesMaster1.xml" Id="R93e4c4a8282d48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204375b251466b" /><Relationship Type="http://schemas.openxmlformats.org/officeDocument/2006/relationships/notesMaster" Target="/ppt/notesMasters/notesMaster1.xml" Id="Rb9ae6d6ed892423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2fba970ce64d57" /><Relationship Type="http://schemas.openxmlformats.org/officeDocument/2006/relationships/notesMaster" Target="/ppt/notesMasters/notesMaster1.xml" Id="R107f6c01f1c64a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f0b5d7a4484d66" /><Relationship Type="http://schemas.openxmlformats.org/officeDocument/2006/relationships/notesMaster" Target="/ppt/notesMasters/notesMaster1.xml" Id="R1611e8e5b6bc4c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companion describes the checked-out implementation on 30 September 2026. It includes the aligned playback-threshold correction and the later lifecycle changes. The earlier high-level deck is historical and describes that correction as planned.</a:t>
            </a:r>
          </a:p>
          <a:p xmlns:a="http://schemas.openxmlformats.org/drawingml/2006/main">
            <a:r>
              <a:t/>
            </a:r>
          </a:p>
          <a:p xmlns:a="http://schemas.openxmlformats.org/drawingml/2006/main">
            <a:r>
              <a:t>Use the slide to form a mental model, then open the speaker notes for explanations, review questions, answers, and exact source excerpts. The companion HTML contains the interactive examples. Those examples change explanatory numbers only and never connect to a robot or server.</a:t>
            </a:r>
          </a:p>
          <a:p xmlns:a="http://schemas.openxmlformats.org/drawingml/2006/main">
            <a:r>
              <a:t/>
            </a:r>
          </a:p>
          <a:p xmlns:a="http://schemas.openxmlformats.org/drawingml/2006/main">
            <a:r>
              <a:t>This is a learning guide, not a completed code review or a new specification. Hardware task/motion and focused lifecycle checks have operator-reported acceptance. Real language-model behavior and representative routed/WAN deployment remain separate work.</a:t>
            </a:r>
          </a:p>
          <a:p xmlns:a="http://schemas.openxmlformats.org/drawingml/2006/main">
            <a:r>
              <a:t/>
            </a:r>
          </a:p>
          <a:p xmlns:a="http://schemas.openxmlformats.org/drawingml/2006/main">
            <a:r>
              <a:t>Review question: Which part should remain responsive while inference is running?</a:t>
            </a:r>
          </a:p>
          <a:p xmlns:a="http://schemas.openxmlformats.org/drawingml/2006/main">
            <a:r>
              <a:t>Answer: The local robot control loop. Network waits and policy execution live outside it.</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src/lerobot/rollout/inference/remote.py:36 — RemoteInferenceEngine</a:t>
            </a:r>
          </a:p>
          <a:p xmlns:a="http://schemas.openxmlformats.org/drawingml/2006/main">
            <a:r>
              <a:t>src/lerobot/inference/execution.py:62 — ChunkRuntime</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src/lerobot/rollout/inference/remote.py:36 RemoteInferenceEngine</a:t>
            </a:r>
          </a:p>
          <a:p xmlns:a="http://schemas.openxmlformats.org/drawingml/2006/main">
            <a:r>
              <a:t>class RemoteInferenceEngine(InferenceEngine):</a:t>
            </a:r>
          </a:p>
          <a:p xmlns:a="http://schemas.openxmlformats.org/drawingml/2006/main">
            <a:r>
              <a:t>    def __init__(</a:t>
            </a:r>
          </a:p>
          <a:p xmlns:a="http://schemas.openxmlformats.org/drawingml/2006/main">
            <a:r>
              <a:t>        self,</a:t>
            </a:r>
          </a:p>
          <a:p xmlns:a="http://schemas.openxmlformats.org/drawingml/2006/main">
            <a:r>
              <a:t>        client: RemoteClient,</a:t>
            </a:r>
          </a:p>
          <a:p xmlns:a="http://schemas.openxmlformats.org/drawingml/2006/main">
            <a:r>
              <a:t>        config: RemoteInferenceConfig,</a:t>
            </a:r>
          </a:p>
          <a:p xmlns:a="http://schemas.openxmlformats.org/drawingml/2006/main">
            <a:r>
              <a:t>        dataset_features: dict,</a:t>
            </a:r>
          </a:p>
          <a:p xmlns:a="http://schemas.openxmlformats.org/drawingml/2006/main">
            <a:r>
              <a:t>        rename_map: dict[str, str],</a:t>
            </a:r>
          </a:p>
          <a:p xmlns:a="http://schemas.openxmlformats.org/drawingml/2006/main">
            <a:r>
              <a:t>        robot_wrapper: ThreadSafeRobot,</a:t>
            </a:r>
          </a:p>
          <a:p xmlns:a="http://schemas.openxmlformats.org/drawingml/2006/main">
            <a:r>
              <a:t>        task: str,</a:t>
            </a:r>
          </a:p>
          <a:p xmlns:a="http://schemas.openxmlformats.org/drawingml/2006/main">
            <a:r>
              <a:t>        shutdown_event: Event | None = None,</a:t>
            </a:r>
          </a:p>
          <a:p xmlns:a="http://schemas.openxmlformats.org/drawingml/2006/main">
            <a:r>
              <a:t>    ) -&gt; None:</a:t>
            </a:r>
          </a:p>
          <a:p xmlns:a="http://schemas.openxmlformats.org/drawingml/2006/main">
            <a:r>
              <a:t>        super().__init__(task)</a:t>
            </a:r>
          </a:p>
          <a:p xmlns:a="http://schemas.openxmlformats.org/drawingml/2006/main">
            <a:r>
              <a:t>        self.client = client</a:t>
            </a:r>
          </a:p>
          <a:p xmlns:a="http://schemas.openxmlformats.org/drawingml/2006/main">
            <a:r>
              <a:t>        self.config = config</a:t>
            </a:r>
          </a:p>
          <a:p xmlns:a="http://schemas.openxmlformats.org/drawingml/2006/main">
            <a:r>
              <a:t>        self._features = dataset_features</a:t>
            </a:r>
          </a:p>
          <a:p xmlns:a="http://schemas.openxmlformats.org/drawingml/2006/main">
            <a:r>
              <a:t>        self._rename_map = rename_map</a:t>
            </a:r>
          </a:p>
          <a:p xmlns:a="http://schemas.openxmlformats.org/drawingml/2006/main">
            <a:r>
              <a:t>        self._robot = robot_wrapper</a:t>
            </a:r>
          </a:p>
          <a:p xmlns:a="http://schemas.openxmlformats.org/drawingml/2006/main">
            <a:r>
              <a:t>        self._global_shutdown = shutdown_event</a:t>
            </a:r>
          </a:p>
          <a:p xmlns:a="http://schemas.openxmlformats.org/drawingml/2006/main">
            <a:r>
              <a:t>        self.runtime = ChunkRuntime(</a:t>
            </a:r>
          </a:p>
          <a:p xmlns:a="http://schemas.openxmlformats.org/drawingml/2006/main">
            <a:r>
              <a:t>            mode=ExecutionMode(config.mode),</a:t>
            </a:r>
          </a:p>
          <a:p xmlns:a="http://schemas.openxmlformats.org/drawingml/2006/main">
            <a:r>
              <a:t>            action_interval=client.capabilities.action_interval,</a:t>
            </a:r>
          </a:p>
          <a:p xmlns:a="http://schemas.openxmlformats.org/drawingml/2006/main">
            <a:r>
              <a:t>            refill_seconds=config.refill_seconds,</a:t>
            </a:r>
          </a:p>
          <a:p xmlns:a="http://schemas.openxmlformats.org/drawingml/2006/main">
            <a:r>
              <a:t>            max_observation_age_s=config.max_observation_age_s,</a:t>
            </a:r>
          </a:p>
          <a:p xmlns:a="http://schemas.openxmlformats.org/drawingml/2006/main">
            <a:r>
              <a:t>            action_timeout_s=config.action_timeout_s,</a:t>
            </a:r>
          </a:p>
          <a:p xmlns:a="http://schemas.openxmlformats.org/drawingml/2006/main">
            <a:r>
              <a:t>            startup_timeout_s=config.startup_timeout_s,</a:t>
            </a:r>
          </a:p>
          <a:p xmlns:a="http://schemas.openxmlformats.org/drawingml/2006/main">
            <a:r>
              <a:t>            training_max_delay=client.capabilities.training_max_delay,</a:t>
            </a:r>
          </a:p>
          <a:p xmlns:a="http://schemas.openxmlformats.org/drawingml/2006/main">
            <a:r>
              <a:t>            chunk_merge=config.chunk_merge,</a:t>
            </a:r>
          </a:p>
          <a:p xmlns:a="http://schemas.openxmlformats.org/drawingml/2006/main">
            <a:r>
              <a:t>            blend_steps=config.blend_steps,</a:t>
            </a:r>
          </a:p>
          <a:p xmlns:a="http://schemas.openxmlformats.org/drawingml/2006/main">
            <a:r>
              <a:t>            blend_weight=config.blend_weight,</a:t>
            </a:r>
          </a:p>
          <a:p xmlns:a="http://schemas.openxmlformats.org/drawingml/2006/main">
            <a:r>
              <a:t>            blend_indices=tuple(</a:t>
            </a:r>
          </a:p>
          <a:p xmlns:a="http://schemas.openxmlformats.org/drawingml/2006/main">
            <a:r>
              <a:t>                client.capabilities.action_feature.names.index(name) for name in config.blend_components</a:t>
            </a:r>
          </a:p>
          <a:p xmlns:a="http://schemas.openxmlformats.org/drawingml/2006/main">
            <a:r>
              <a:t>            ),</a:t>
            </a:r>
          </a:p>
          <a:p xmlns:a="http://schemas.openxmlformats.org/drawingml/2006/main">
            <a:r>
              <a:t>[Excerpt continues in the source file.]</a:t>
            </a:r>
          </a:p>
          <a:p xmlns:a="http://schemas.openxmlformats.org/drawingml/2006/main">
            <a:r>
              <a:t/>
            </a:r>
          </a:p>
          <a:p xmlns:a="http://schemas.openxmlformats.org/drawingml/2006/main">
            <a:r>
              <a:t>src/lerobot/inference/execution.py:62 ChunkRuntime</a:t>
            </a:r>
          </a:p>
          <a:p xmlns:a="http://schemas.openxmlformats.org/drawingml/2006/main">
            <a:r>
              <a:t>class ChunkRuntime:</a:t>
            </a:r>
          </a:p>
          <a:p xmlns:a="http://schemas.openxmlformats.org/drawingml/2006/main">
            <a:r>
              <a:t>    """Capacity-one executor scheduling with per-action provenance and latched faults."""</a:t>
            </a:r>
          </a:p>
          <a:p xmlns:a="http://schemas.openxmlformats.org/drawingml/2006/main">
            <a:r>
              <a:t/>
            </a:r>
          </a:p>
          <a:p xmlns:a="http://schemas.openxmlformats.org/drawingml/2006/main">
            <a:r>
              <a:t>    def __init__(</a:t>
            </a:r>
          </a:p>
          <a:p xmlns:a="http://schemas.openxmlformats.org/drawingml/2006/main">
            <a:r>
              <a:t>        self,</a:t>
            </a:r>
          </a:p>
          <a:p xmlns:a="http://schemas.openxmlformats.org/drawingml/2006/main">
            <a:r>
              <a:t>        *,</a:t>
            </a:r>
          </a:p>
          <a:p xmlns:a="http://schemas.openxmlformats.org/drawingml/2006/main">
            <a:r>
              <a:t>        mode: ExecutionMode,</a:t>
            </a:r>
          </a:p>
          <a:p xmlns:a="http://schemas.openxmlformats.org/drawingml/2006/main">
            <a:r>
              <a:t>        action_interval: float,</a:t>
            </a:r>
          </a:p>
          <a:p xmlns:a="http://schemas.openxmlformats.org/drawingml/2006/main">
            <a:r>
              <a:t>        refill_seconds: float,</a:t>
            </a:r>
          </a:p>
          <a:p xmlns:a="http://schemas.openxmlformats.org/drawingml/2006/main">
            <a:r>
              <a:t>        max_observation_age_s: float,</a:t>
            </a:r>
          </a:p>
          <a:p xmlns:a="http://schemas.openxmlformats.org/drawingml/2006/main">
            <a:r>
              <a:t>        action_timeout_s: float,</a:t>
            </a:r>
          </a:p>
          <a:p xmlns:a="http://schemas.openxmlformats.org/drawingml/2006/main">
            <a:r>
              <a:t>        startup_timeout_s: float,</a:t>
            </a:r>
          </a:p>
          <a:p xmlns:a="http://schemas.openxmlformats.org/drawingml/2006/main">
            <a:r>
              <a:t>        training_max_delay: int = 0,</a:t>
            </a:r>
          </a:p>
          <a:p xmlns:a="http://schemas.openxmlformats.org/drawingml/2006/main">
            <a:r>
              <a:t>        chunk_merge: str = "append",</a:t>
            </a:r>
          </a:p>
          <a:p xmlns:a="http://schemas.openxmlformats.org/drawingml/2006/main">
            <a:r>
              <a:t>        blend_steps: int = 0,</a:t>
            </a:r>
          </a:p>
          <a:p xmlns:a="http://schemas.openxmlformats.org/drawingml/2006/main">
            <a:r>
              <a:t>        blend_weight: float = 0.5,</a:t>
            </a:r>
          </a:p>
          <a:p xmlns:a="http://schemas.openxmlformats.org/drawingml/2006/main">
            <a:r>
              <a:t>        blend_indices: tuple[int, ...] = (),</a:t>
            </a:r>
          </a:p>
          <a:p xmlns:a="http://schemas.openxmlformats.org/drawingml/2006/main">
            <a:r>
              <a:t>        clock: Callable[[], float] = time.monotonic,</a:t>
            </a:r>
          </a:p>
          <a:p xmlns:a="http://schemas.openxmlformats.org/drawingml/2006/main">
            <a:r>
              <a:t>    ) -&gt; None:</a:t>
            </a:r>
          </a:p>
          <a:p xmlns:a="http://schemas.openxmlformats.org/drawingml/2006/main">
            <a:r>
              <a:t>        """Allocate one action queue and a bounded steady-state latency window."""</a:t>
            </a:r>
          </a:p>
          <a:p xmlns:a="http://schemas.openxmlformats.org/drawingml/2006/main">
            <a:r>
              <a:t>        for value in (action_interval, max_observation_age_s, action_timeout_s, startup_timeout_s):</a:t>
            </a:r>
          </a:p>
          <a:p xmlns:a="http://schemas.openxmlformats.org/drawingml/2006/main">
            <a:r>
              <a:t>            if not math.isfinite(value) or value &lt;= 0:</a:t>
            </a:r>
          </a:p>
          <a:p xmlns:a="http://schemas.openxmlformats.org/drawingml/2006/main">
            <a:r>
              <a:t>                raise ValueError("Execution intervals, ages and deadlines must be finite and positive")</a:t>
            </a:r>
          </a:p>
          <a:p xmlns:a="http://schemas.openxmlformats.org/drawingml/2006/main">
            <a:r>
              <a:t>        if not math.isfinite(refill_seconds) or refill_seconds &lt; 0:</a:t>
            </a:r>
          </a:p>
          <a:p xmlns:a="http://schemas.openxmlformats.org/drawingml/2006/main">
            <a:r>
              <a:t>            raise ValueError("Refill playback threshold must be finite and nonnegative")</a:t>
            </a:r>
          </a:p>
          <a:p xmlns:a="http://schemas.openxmlformats.org/drawingml/2006/main">
            <a:r>
              <a:t>        if chunk_merge not in {"append", "aligned"} or (</a:t>
            </a:r>
          </a:p>
          <a:p xmlns:a="http://schemas.openxmlformats.org/drawingml/2006/main">
            <a:r>
              <a:t>            chunk_merge != "append" and mode is not ExecutionMode.CHUNK</a:t>
            </a:r>
          </a:p>
          <a:p xmlns:a="http://schemas.openxmlformats.org/drawingml/2006/main">
            <a:r>
              <a:t>        ):</a:t>
            </a:r>
          </a:p>
          <a:p xmlns:a="http://schemas.openxmlformats.org/drawingml/2006/main">
            <a:r>
              <a:t>            raise ValueError("Aligned replacement is supported only for plain chunks")</a:t>
            </a:r>
          </a:p>
          <a:p xmlns:a="http://schemas.openxmlformats.org/drawingml/2006/main">
            <a:r>
              <a:t>        if type(blend_steps) is not int or blend_steps &lt; 0:</a:t>
            </a:r>
          </a:p>
          <a:p xmlns:a="http://schemas.openxmlformats.org/drawingml/2006/main">
            <a:r>
              <a:t>            raise ValueError("Blend steps must be a nonnegative integer")</a:t>
            </a:r>
          </a:p>
          <a:p xmlns:a="http://schemas.openxmlformats.org/drawingml/2006/main">
            <a:r>
              <a:t>        if not math.isfinite(blend_weight) or not 0 &lt; blend_weight &lt;= 1:</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RemoteInferenceEngine coordinates a background network worker with the local control loop. ChunkRuntime owns scheduling, acceptance and dispatch permission. ActionQueue stores paired action representations with provenance and a commitment cursor.</a:t>
            </a:r>
          </a:p>
          <a:p xmlns:a="http://schemas.openxmlformats.org/drawingml/2006/main">
            <a:r>
              <a:t/>
            </a:r>
          </a:p>
          <a:p xmlns:a="http://schemas.openxmlformats.org/drawingml/2006/main">
            <a:r>
              <a:t>SessionWorker owns exclusive policy/processor access. PolicyRunner knows canonical observations, preprocessing and model calls, but knows nothing about robot I/O or Zenoh. Shared execution concepts also support local RTC; synchronous select_action behavior remains its own path.</a:t>
            </a:r>
          </a:p>
          <a:p xmlns:a="http://schemas.openxmlformats.org/drawingml/2006/main">
            <a:r>
              <a:t/>
            </a:r>
          </a:p>
          <a:p xmlns:a="http://schemas.openxmlformats.org/drawingml/2006/main">
            <a:r>
              <a:t>The review question is about authority: a network callback cannot send a motor command, and the control thread cannot reset the server policy while a forward call is in progress.</a:t>
            </a:r>
          </a:p>
          <a:p xmlns:a="http://schemas.openxmlformats.org/drawingml/2006/main">
            <a:r>
              <a:t/>
            </a:r>
          </a:p>
          <a:p xmlns:a="http://schemas.openxmlformats.org/drawingml/2006/main">
            <a:r>
              <a:t>Review question: Where would a change to plain alignment belong?</a:t>
            </a:r>
          </a:p>
          <a:p xmlns:a="http://schemas.openxmlformats.org/drawingml/2006/main">
            <a:r>
              <a:t>Answer: In shared execution and its queue contract, with negotiation as needed—not in transport callbacks or a particular model forward method.</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src/lerobot/rollout/inference/remote.py:374 — RemoteInferenceEngine._loop</a:t>
            </a:r>
          </a:p>
          <a:p xmlns:a="http://schemas.openxmlformats.org/drawingml/2006/main">
            <a:r>
              <a:t>src/lerobot/remote_inference/server.py:537 — SessionWorker._run</a:t>
            </a:r>
          </a:p>
          <a:p xmlns:a="http://schemas.openxmlformats.org/drawingml/2006/main">
            <a:r>
              <a:t>src/lerobot/inference/policy_runner.py:217 — PolicyRunner.predict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src/lerobot/rollout/inference/remote.py:374 RemoteInferenceEngine._loop</a:t>
            </a:r>
          </a:p>
          <a:p xmlns:a="http://schemas.openxmlformats.org/drawingml/2006/main">
            <a:r>
              <a:t>    def _loop(self) -&gt; None:</a:t>
            </a:r>
          </a:p>
          <a:p xmlns:a="http://schemas.openxmlformats.org/drawingml/2006/main">
            <a:r>
              <a:t>        try:</a:t>
            </a:r>
          </a:p>
          <a:p xmlns:a="http://schemas.openxmlformats.org/drawingml/2006/main">
            <a:r>
              <a:t>            while not self._stop_event.is_set() and not self.failed:</a:t>
            </a:r>
          </a:p>
          <a:p xmlns:a="http://schemas.openxmlformats.org/drawingml/2006/main">
            <a:r>
              <a:t>                # Control-thread dispatch only queues bounded diagnostics. Log</a:t>
            </a:r>
          </a:p>
          <a:p xmlns:a="http://schemas.openxmlformats.org/drawingml/2006/main">
            <a:r>
              <a:t>                # from this worker so first-dispatch reporting adds no motor I/O.</a:t>
            </a:r>
          </a:p>
          <a:p xmlns:a="http://schemas.openxmlformats.org/drawingml/2006/main">
            <a:r>
              <a:t>                with self.runtime.lock:</a:t>
            </a:r>
          </a:p>
          <a:p xmlns:a="http://schemas.openxmlformats.org/drawingml/2006/main">
            <a:r>
              <a:t>                    dispatch_events = list(self.runtime.dispatch_events)</a:t>
            </a:r>
          </a:p>
          <a:p xmlns:a="http://schemas.openxmlformats.org/drawingml/2006/main">
            <a:r>
              <a:t>                    self.runtime.dispatch_events.clear()</a:t>
            </a:r>
          </a:p>
          <a:p xmlns:a="http://schemas.openxmlformats.org/drawingml/2006/main">
            <a:r>
              <a:t>                for event in dispatch_events:</a:t>
            </a:r>
          </a:p>
          <a:p xmlns:a="http://schemas.openxmlformats.org/drawingml/2006/main">
            <a:r>
              <a:t>                    self._event("first_dispatch", **event)</a:t>
            </a:r>
          </a:p>
          <a:p xmlns:a="http://schemas.openxmlformats.org/drawingml/2006/main">
            <a:r>
              <a:t>                with self._lock:</a:t>
            </a:r>
          </a:p>
          <a:p xmlns:a="http://schemas.openxmlformats.org/drawingml/2006/main">
            <a:r>
              <a:t>                    control = self._control</a:t>
            </a:r>
          </a:p>
          <a:p xmlns:a="http://schemas.openxmlformats.org/drawingml/2006/main">
            <a:r>
              <a:t>                    observation = self._observation</a:t>
            </a:r>
          </a:p>
          <a:p xmlns:a="http://schemas.openxmlformats.org/drawingml/2006/main">
            <a:r>
              <a:t>                    hold_ready = self._hold_requested and self._hold_acknowledged</a:t>
            </a:r>
          </a:p>
          <a:p xmlns:a="http://schemas.openxmlformats.org/drawingml/2006/main">
            <a:r>
              <a:t>                if control is not None:</a:t>
            </a:r>
          </a:p>
          <a:p xmlns:a="http://schemas.openxmlformats.org/drawingml/2006/main">
            <a:r>
              <a:t>                    # Language invalidation must be acknowledged by the motor thread</a:t>
            </a:r>
          </a:p>
          <a:p xmlns:a="http://schemas.openxmlformats.org/drawingml/2006/main">
            <a:r>
              <a:t>                    # before submitting any server-side generation operation.</a:t>
            </a:r>
          </a:p>
          <a:p xmlns:a="http://schemas.openxmlformats.org/drawingml/2006/main">
            <a:r>
              <a:t>                    if self._hold_requested and not hold_ready:</a:t>
            </a:r>
          </a:p>
          <a:p xmlns:a="http://schemas.openxmlformats.org/drawingml/2006/main">
            <a:r>
              <a:t>                        self._stop_event.wait(0.002)</a:t>
            </a:r>
          </a:p>
          <a:p xmlns:a="http://schemas.openxmlformats.org/drawingml/2006/main">
            <a:r>
              <a:t>                        continue</a:t>
            </a:r>
          </a:p>
          <a:p xmlns:a="http://schemas.openxmlformats.org/drawingml/2006/main">
            <a:r>
              <a:t>                    operation, generation = control</a:t>
            </a:r>
          </a:p>
          <a:p xmlns:a="http://schemas.openxmlformats.org/drawingml/2006/main">
            <a:r>
              <a:t>                    self.client.control(operation, generation)</a:t>
            </a:r>
          </a:p>
          <a:p xmlns:a="http://schemas.openxmlformats.org/drawingml/2006/main">
            <a:r>
              <a:t>                    with self._lock:</a:t>
            </a:r>
          </a:p>
          <a:p xmlns:a="http://schemas.openxmlformats.org/drawingml/2006/main">
            <a:r>
              <a:t>                        if self._control == control:</a:t>
            </a:r>
          </a:p>
          <a:p xmlns:a="http://schemas.openxmlformats.org/drawingml/2006/main">
            <a:r>
              <a:t>                            self._control = None</a:t>
            </a:r>
          </a:p>
          <a:p xmlns:a="http://schemas.openxmlformats.org/drawingml/2006/main">
            <a:r>
              <a:t>                    continue</a:t>
            </a:r>
          </a:p>
          <a:p xmlns:a="http://schemas.openxmlformats.org/drawingml/2006/main">
            <a:r>
              <a:t>                if not self.runtime.active or observation is None:</a:t>
            </a:r>
          </a:p>
          <a:p xmlns:a="http://schemas.openxmlformats.org/drawingml/2006/main">
            <a:r>
              <a:t>                    self.runtime.check_deadlines()</a:t>
            </a:r>
          </a:p>
          <a:p xmlns:a="http://schemas.openxmlformats.org/drawingml/2006/main">
            <a:r>
              <a:t>                    self._stop_event.wait(0.002)</a:t>
            </a:r>
          </a:p>
          <a:p xmlns:a="http://schemas.openxmlformats.org/drawingml/2006/main">
            <a:r>
              <a:t>                    continue</a:t>
            </a:r>
          </a:p>
          <a:p xmlns:a="http://schemas.openxmlformats.org/drawingml/2006/main">
            <a:r>
              <a:t>                if hold_ready:</a:t>
            </a:r>
          </a:p>
          <a:p xmlns:a="http://schemas.openxmlformats.org/drawingml/2006/main">
            <a:r>
              <a:t>                    with self._lock:</a:t>
            </a:r>
          </a:p>
          <a:p xmlns:a="http://schemas.openxmlformats.org/drawingml/2006/main">
            <a:r>
              <a:t>[Excerpt continues in the source file.]</a:t>
            </a:r>
          </a:p>
          <a:p xmlns:a="http://schemas.openxmlformats.org/drawingml/2006/main">
            <a:r>
              <a:t/>
            </a:r>
          </a:p>
          <a:p xmlns:a="http://schemas.openxmlformats.org/drawingml/2006/main">
            <a:r>
              <a:t>src/lerobot/remote_inference/server.py:537 SessionWorker._run</a:t>
            </a:r>
          </a:p>
          <a:p xmlns:a="http://schemas.openxmlformats.org/drawingml/2006/main">
            <a:r>
              <a:t>    def _run(self) -&gt; None:</a:t>
            </a:r>
          </a:p>
          <a:p xmlns:a="http://schemas.openxmlformats.org/drawingml/2006/main">
            <a:r>
              <a:t>        while not self._stopping.is_set():</a:t>
            </a:r>
          </a:p>
          <a:p xmlns:a="http://schemas.openxmlformats.org/drawingml/2006/main">
            <a:r>
              <a:t>            try:</a:t>
            </a:r>
          </a:p>
          <a:p xmlns:a="http://schemas.openxmlformats.org/drawingml/2006/main">
            <a:r>
              <a:t>                message, future, queued_at = self._commands.get(timeout=0.05)</a:t>
            </a:r>
          </a:p>
          <a:p xmlns:a="http://schemas.openxmlformats.org/drawingml/2006/main">
            <a:r>
              <a:t>            except Empty:</a:t>
            </a:r>
          </a:p>
          <a:p xmlns:a="http://schemas.openxmlformats.org/drawingml/2006/main">
            <a:r>
              <a:t>                continue</a:t>
            </a:r>
          </a:p>
          <a:p xmlns:a="http://schemas.openxmlformats.org/drawingml/2006/main">
            <a:r>
              <a:t>            started = time.monotonic()</a:t>
            </a:r>
          </a:p>
          <a:p xmlns:a="http://schemas.openxmlformats.org/drawingml/2006/main">
            <a:r>
              <a:t>            inference_operation = message.message_type in {</a:t>
            </a:r>
          </a:p>
          <a:p xmlns:a="http://schemas.openxmlformats.org/drawingml/2006/main">
            <a:r>
              <a:t>                MessageType.OBSERVATION,</a:t>
            </a:r>
          </a:p>
          <a:p xmlns:a="http://schemas.openxmlformats.org/drawingml/2006/main">
            <a:r>
              <a:t>                MessageType.LANGUAGE_REQUEST,</a:t>
            </a:r>
          </a:p>
          <a:p xmlns:a="http://schemas.openxmlformats.org/drawingml/2006/main">
            <a:r>
              <a:t>            }</a:t>
            </a:r>
          </a:p>
          <a:p xmlns:a="http://schemas.openxmlformats.org/drawingml/2006/main">
            <a:r>
              <a:t>            deadline = (</a:t>
            </a:r>
          </a:p>
          <a:p xmlns:a="http://schemas.openxmlformats.org/drawingml/2006/main">
            <a:r>
              <a:t>                self.language_deadline_s</a:t>
            </a:r>
          </a:p>
          <a:p xmlns:a="http://schemas.openxmlformats.org/drawingml/2006/main">
            <a:r>
              <a:t>                if message.message_type is MessageType.LANGUAGE_REQUEST</a:t>
            </a:r>
          </a:p>
          <a:p xmlns:a="http://schemas.openxmlformats.org/drawingml/2006/main">
            <a:r>
              <a:t>                else self.action_deadline_s</a:t>
            </a:r>
          </a:p>
          <a:p xmlns:a="http://schemas.openxmlformats.org/drawingml/2006/main">
            <a:r>
              <a:t>            )</a:t>
            </a:r>
          </a:p>
          <a:p xmlns:a="http://schemas.openxmlformats.org/drawingml/2006/main">
            <a:r>
              <a:t>            try:</a:t>
            </a:r>
          </a:p>
          <a:p xmlns:a="http://schemas.openxmlformats.org/drawingml/2006/main">
            <a:r>
              <a:t>                if inference_operation and started - queued_at &gt; deadline:</a:t>
            </a:r>
          </a:p>
          <a:p xmlns:a="http://schemas.openxmlformats.org/drawingml/2006/main">
            <a:r>
              <a:t>                    response = message.error(ErrorCode.TIMEOUT, "Policy worker queue deadline exceeded")</a:t>
            </a:r>
          </a:p>
          <a:p xmlns:a="http://schemas.openxmlformats.org/drawingml/2006/main">
            <a:r>
              <a:t>                    if self._session is not None:</a:t>
            </a:r>
          </a:p>
          <a:p xmlns:a="http://schemas.openxmlformats.org/drawingml/2006/main">
            <a:r>
              <a:t>                        self._session.faulted = True</a:t>
            </a:r>
          </a:p>
          <a:p xmlns:a="http://schemas.openxmlformats.org/drawingml/2006/main">
            <a:r>
              <a:t>                else:</a:t>
            </a:r>
          </a:p>
          <a:p xmlns:a="http://schemas.openxmlformats.org/drawingml/2006/main">
            <a:r>
              <a:t>                    response = self._execute(message)</a:t>
            </a:r>
          </a:p>
          <a:p xmlns:a="http://schemas.openxmlformats.org/drawingml/2006/main">
            <a:r>
              <a:t>            except Exception as exc:</a:t>
            </a:r>
          </a:p>
          <a:p xmlns:a="http://schemas.openxmlformats.org/drawingml/2006/main">
            <a:r>
              <a:t>                logger.exception(</a:t>
            </a:r>
          </a:p>
          <a:p xmlns:a="http://schemas.openxmlformats.org/drawingml/2006/main">
            <a:r>
              <a:t>                    "Policy worker failure instance=%s session=%s request=%s",</a:t>
            </a:r>
          </a:p>
          <a:p xmlns:a="http://schemas.openxmlformats.org/drawingml/2006/main">
            <a:r>
              <a:t>                    self.instance_id,</a:t>
            </a:r>
          </a:p>
          <a:p xmlns:a="http://schemas.openxmlformats.org/drawingml/2006/main">
            <a:r>
              <a:t>                    message.session_id,</a:t>
            </a:r>
          </a:p>
          <a:p xmlns:a="http://schemas.openxmlformats.org/drawingml/2006/main">
            <a:r>
              <a:t>                    message.request_id,</a:t>
            </a:r>
          </a:p>
          <a:p xmlns:a="http://schemas.openxmlformats.org/drawingml/2006/main">
            <a:r>
              <a:t>                )</a:t>
            </a:r>
          </a:p>
          <a:p xmlns:a="http://schemas.openxmlformats.org/drawingml/2006/main">
            <a:r>
              <a:t>                timed_out = time.monotonic() - queued_at &gt; deadline</a:t>
            </a:r>
          </a:p>
          <a:p xmlns:a="http://schemas.openxmlformats.org/drawingml/2006/main">
            <a:r>
              <a:t>                response = message.error(ErrorCode.TIMEOUT if timed_out else ErrorCode.EXECUTION, str(exc))</a:t>
            </a:r>
          </a:p>
          <a:p xmlns:a="http://schemas.openxmlformats.org/drawingml/2006/main">
            <a:r>
              <a:t>[Excerpt continues in the source file.]</a:t>
            </a:r>
          </a:p>
          <a:p xmlns:a="http://schemas.openxmlformats.org/drawingml/2006/main">
            <a:r>
              <a:t/>
            </a:r>
          </a:p>
          <a:p xmlns:a="http://schemas.openxmlformats.org/drawingml/2006/main">
            <a:r>
              <a:t>src/lerobot/inference/policy_runner.py:217 PolicyRunner.predict</a:t>
            </a:r>
          </a:p>
          <a:p xmlns:a="http://schemas.openxmlformats.org/drawingml/2006/main">
            <a:r>
              <a:t>    def predict(</a:t>
            </a:r>
          </a:p>
          <a:p xmlns:a="http://schemas.openxmlformats.org/drawingml/2006/main">
            <a:r>
              <a:t>        self,</a:t>
            </a:r>
          </a:p>
          <a:p xmlns:a="http://schemas.openxmlformats.org/drawingml/2006/main">
            <a:r>
              <a:t>        observation: ObservationSnapshot,</a:t>
            </a:r>
          </a:p>
          <a:p xmlns:a="http://schemas.openxmlformats.org/drawingml/2006/main">
            <a:r>
              <a:t>        *,</a:t>
            </a:r>
          </a:p>
          <a:p xmlns:a="http://schemas.openxmlformats.org/drawingml/2006/main">
            <a:r>
              <a:t>        mode: ExecutionMode = ExecutionMode.CHUNK,</a:t>
            </a:r>
          </a:p>
          <a:p xmlns:a="http://schemas.openxmlformats.org/drawingml/2006/main">
            <a:r>
              <a:t>        inference_delay: int = 0,</a:t>
            </a:r>
          </a:p>
          <a:p xmlns:a="http://schemas.openxmlformats.org/drawingml/2006/main">
            <a:r>
              <a:t>        model_continuation: torch.Tensor | None = None,</a:t>
            </a:r>
          </a:p>
          <a:p xmlns:a="http://schemas.openxmlformats.org/drawingml/2006/main">
            <a:r>
              <a:t>        canonical_continuation: torch.Tensor | None = None,</a:t>
            </a:r>
          </a:p>
          <a:p xmlns:a="http://schemas.openxmlformats.org/drawingml/2006/main">
            <a:r>
              <a:t>        provenance: ActionProvenance | None = None,</a:t>
            </a:r>
          </a:p>
          <a:p xmlns:a="http://schemas.openxmlformats.org/drawingml/2006/main">
            <a:r>
              <a:t>    ) -&gt; ActionChunk:</a:t>
            </a:r>
          </a:p>
          <a:p xmlns:a="http://schemas.openxmlformats.org/drawingml/2006/main">
            <a:r>
              <a:t>        """Preprocess a fresh snapshot and return a validated canonical action chunk."""</a:t>
            </a:r>
          </a:p>
          <a:p xmlns:a="http://schemas.openxmlformats.org/drawingml/2006/main">
            <a:r>
              <a:t>        mode = ExecutionMode(mode)</a:t>
            </a:r>
          </a:p>
          <a:p xmlns:a="http://schemas.openxmlformats.org/drawingml/2006/main">
            <a:r>
              <a:t>        if mode not in self.capabilities.modes:</a:t>
            </a:r>
          </a:p>
          <a:p xmlns:a="http://schemas.openxmlformats.org/drawingml/2006/main">
            <a:r>
              <a:t>            raise ValueError(f"Execution mode {mode.value!r} was not enabled by this deployment.")</a:t>
            </a:r>
          </a:p>
          <a:p xmlns:a="http://schemas.openxmlformats.org/drawingml/2006/main">
            <a:r>
              <a:t>        started = time.perf_counter()</a:t>
            </a:r>
          </a:p>
          <a:p xmlns:a="http://schemas.openxmlformats.org/drawingml/2006/main">
            <a:r>
              <a:t>        # Guided RTC locally enables autograd for its prefix correction. no_grad</a:t>
            </a:r>
          </a:p>
          <a:p xmlns:a="http://schemas.openxmlformats.org/drawingml/2006/main">
            <a:r>
              <a:t>        # permits that override; inference_mode would suppress its gradient graph.</a:t>
            </a:r>
          </a:p>
          <a:p xmlns:a="http://schemas.openxmlformats.org/drawingml/2006/main">
            <a:r>
              <a:t>        with torch.inference_mode(mode is not ExecutionMode.RTC_GUIDED), torch.no_grad():</a:t>
            </a:r>
          </a:p>
          <a:p xmlns:a="http://schemas.openxmlformats.org/drawingml/2006/main">
            <a:r>
              <a:t>            prepared = self.preprocessor(self._batch(observation))</a:t>
            </a:r>
          </a:p>
          <a:p xmlns:a="http://schemas.openxmlformats.org/drawingml/2006/main">
            <a:r>
              <a:t>            preprocessed_at = time.perf_counter()</a:t>
            </a:r>
          </a:p>
          <a:p xmlns:a="http://schemas.openxmlformats.org/drawingml/2006/main">
            <a:r>
              <a:t>            kwargs: dict[str, Any] = {}</a:t>
            </a:r>
          </a:p>
          <a:p xmlns:a="http://schemas.openxmlformats.org/drawingml/2006/main">
            <a:r>
              <a:t>            if mode != ExecutionMode.CHUNK:</a:t>
            </a:r>
          </a:p>
          <a:p xmlns:a="http://schemas.openxmlformats.org/drawingml/2006/main">
            <a:r>
              <a:t>                prefix = self._prepare_continuation(model_continuation, canonical_continuation)</a:t>
            </a:r>
          </a:p>
          <a:p xmlns:a="http://schemas.openxmlformats.org/drawingml/2006/main">
            <a:r>
              <a:t>                if inference_delay &lt; 0:</a:t>
            </a:r>
          </a:p>
          <a:p xmlns:a="http://schemas.openxmlformats.org/drawingml/2006/main">
            <a:r>
              <a:t>                    raise ValueError("RTC delay must be nonnegative.")</a:t>
            </a:r>
          </a:p>
          <a:p xmlns:a="http://schemas.openxmlformats.org/drawingml/2006/main">
            <a:r>
              <a:t>                if prefix is None and inference_delay:</a:t>
            </a:r>
          </a:p>
          <a:p xmlns:a="http://schemas.openxmlformats.org/drawingml/2006/main">
            <a:r>
              <a:t>                    raise ValueError("RTC delay requires a real continuation prefix.")</a:t>
            </a:r>
          </a:p>
          <a:p xmlns:a="http://schemas.openxmlformats.org/drawingml/2006/main">
            <a:r>
              <a:t>                if mode == ExecutionMode.RTC_TRAINED:</a:t>
            </a:r>
          </a:p>
          <a:p xmlns:a="http://schemas.openxmlformats.org/drawingml/2006/main">
            <a:r>
              <a:t>                    available = 0 if model_continuation is None else len(model_continuation)</a:t>
            </a:r>
          </a:p>
          <a:p xmlns:a="http://schemas.openxmlformats.org/drawingml/2006/main">
            <a:r>
              <a:t>                    if inference_delay &gt; min(</a:t>
            </a:r>
          </a:p>
          <a:p xmlns:a="http://schemas.openxmlformats.org/drawingml/2006/main">
            <a:r>
              <a:t>                        self.capabilities.training_max_delay, available, self.capabilities.rtc_horizon</a:t>
            </a:r>
          </a:p>
          <a:p xmlns:a="http://schemas.openxmlformats.org/drawingml/2006/main">
            <a:r>
              <a:t>                    ):</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load_deployment resolves the checkpoint (and PEFT base if configured), loads the policy and canonical processors, constructs the runner, computes artifact identity and warms the enabled paths. A full reset removes warmup state before readiness.</a:t>
            </a:r>
          </a:p>
          <a:p xmlns:a="http://schemas.openxmlformats.org/drawingml/2006/main">
            <a:r>
              <a:t/>
            </a:r>
          </a:p>
          <a:p xmlns:a="http://schemas.openxmlformats.org/drawingml/2006/main">
            <a:r>
              <a:t>build_remote_rollout_context explicitly rejects a local policy, device or compilation setting. It discovers capabilities, connects hardware, collects the initial pose, aligns component order, applies the rename map and requests admission. Hardware connection and observation happen during setup; policy dispatch waits for compatibility and admission.</a:t>
            </a:r>
          </a:p>
          <a:p xmlns:a="http://schemas.openxmlformats.org/drawingml/2006/main">
            <a:r>
              <a:t/>
            </a:r>
          </a:p>
          <a:p xmlns:a="http://schemas.openxmlformats.org/drawingml/2006/main">
            <a:r>
              <a:t>The artifact hash identifies loaded files and effective configuration. It is not a hash of all implementation code; package/revision information is logged separately.</a:t>
            </a:r>
          </a:p>
          <a:p xmlns:a="http://schemas.openxmlformats.org/drawingml/2006/main">
            <a:r>
              <a:t/>
            </a:r>
          </a:p>
          <a:p xmlns:a="http://schemas.openxmlformats.org/drawingml/2006/main">
            <a:r>
              <a:t>Review question: Does “compatible before motion” mean the robot was never connected?</a:t>
            </a:r>
          </a:p>
          <a:p xmlns:a="http://schemas.openxmlformats.org/drawingml/2006/main">
            <a:r>
              <a:t>Answer: No. Setup connects and reads the robot to construct the contract. The guarantee concerns admitting remote policy execution and dispatching its actions.</a:t>
            </a:r>
          </a:p>
          <a:p xmlns:a="http://schemas.openxmlformats.org/drawingml/2006/main">
            <a:r>
              <a:t/>
            </a:r>
          </a:p>
          <a:p xmlns:a="http://schemas.openxmlformats.org/drawingml/2006/main">
            <a:r>
              <a:t>Sources at c73a3f0403046f669326ca896755b00cbef415fa:</a:t>
            </a:r>
          </a:p>
          <a:p xmlns:a="http://schemas.openxmlformats.org/drawingml/2006/main">
            <a:r>
              <a:t>src/lerobot/scripts/lerobot_policy_server.py:65 — load_deployment</a:t>
            </a:r>
          </a:p>
          <a:p xmlns:a="http://schemas.openxmlformats.org/drawingml/2006/main">
            <a:r>
              <a:t>src/lerobot/rollout/remote_context.py:51 — build_remote_rollout_context</a:t>
            </a:r>
          </a:p>
          <a:p xmlns:a="http://schemas.openxmlformats.org/drawingml/2006/main">
            <a:r>
              <a:t>src/lerobot/scripts/lerobot_rollout.py:227 — rollout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src/lerobot/scripts/lerobot_policy_server.py:65 load_deployment</a:t>
            </a:r>
          </a:p>
          <a:p xmlns:a="http://schemas.openxmlformats.org/drawingml/2006/main">
            <a:r>
              <a:t>def load_deployment(cfg: ServerConfig) -&gt; tuple[PolicyRunner, str]:</a:t>
            </a:r>
          </a:p>
          <a:p xmlns:a="http://schemas.openxmlformats.org/drawingml/2006/main">
            <a:r>
              <a:t>    """Resolve contents, load canonical processors and reset all warmed model paths."""</a:t>
            </a:r>
          </a:p>
          <a:p xmlns:a="http://schemas.openxmlformats.org/drawingml/2006/main">
            <a:r>
              <a:t>    if cfg.action_feature is None:</a:t>
            </a:r>
          </a:p>
          <a:p xmlns:a="http://schemas.openxmlformats.org/drawingml/2006/main">
            <a:r>
              <a:t>        raise ValueError("An explicit action feature is required")</a:t>
            </a:r>
          </a:p>
          <a:p xmlns:a="http://schemas.openxmlformats.org/drawingml/2006/main">
            <a:r>
              <a:t>    path = resolve_artifact(cfg.model.repo_or_path, cfg.model.revision)</a:t>
            </a:r>
          </a:p>
          <a:p xmlns:a="http://schemas.openxmlformats.org/drawingml/2006/main">
            <a:r>
              <a:t>    artifacts = {"checkpoint": path}</a:t>
            </a:r>
          </a:p>
          <a:p xmlns:a="http://schemas.openxmlformats.org/drawingml/2006/main">
            <a:r>
              <a:t>    policy_cfg = PreTrainedConfig.from_pretrained(path)</a:t>
            </a:r>
          </a:p>
          <a:p xmlns:a="http://schemas.openxmlformats.org/drawingml/2006/main">
            <a:r>
              <a:t>    policy_cfg.pretrained_path = path</a:t>
            </a:r>
          </a:p>
          <a:p xmlns:a="http://schemas.openxmlformats.org/drawingml/2006/main">
            <a:r>
              <a:t>    policy_cfg.device = cfg.model.device</a:t>
            </a:r>
          </a:p>
          <a:p xmlns:a="http://schemas.openxmlformats.org/drawingml/2006/main">
            <a:r>
              <a:t>    if hasattr(policy_cfg, "rtc_config"):</a:t>
            </a:r>
          </a:p>
          <a:p xmlns:a="http://schemas.openxmlformats.org/drawingml/2006/main">
            <a:r>
              <a:t>        policy_cfg.rtc_config = cfg.execution.rtc</a:t>
            </a:r>
          </a:p>
          <a:p xmlns:a="http://schemas.openxmlformats.org/drawingml/2006/main">
            <a:r>
              <a:t>    policy_class = get_policy_class(policy_cfg.type)</a:t>
            </a:r>
          </a:p>
          <a:p xmlns:a="http://schemas.openxmlformats.org/drawingml/2006/main">
            <a:r>
              <a:t>    if policy_cfg.use_peft:</a:t>
            </a:r>
          </a:p>
          <a:p xmlns:a="http://schemas.openxmlformats.org/drawingml/2006/main">
            <a:r>
              <a:t>        require_package("peft", extra="peft")</a:t>
            </a:r>
          </a:p>
          <a:p xmlns:a="http://schemas.openxmlformats.org/drawingml/2006/main">
            <a:r>
              <a:t>        adapter = PeftConfig.from_pretrained(str(path))</a:t>
            </a:r>
          </a:p>
          <a:p xmlns:a="http://schemas.openxmlformats.org/drawingml/2006/main">
            <a:r>
              <a:t>        base = resolve_artifact(adapter.base_model_name_or_path, adapter.revision)</a:t>
            </a:r>
          </a:p>
          <a:p xmlns:a="http://schemas.openxmlformats.org/drawingml/2006/main">
            <a:r>
              <a:t>        artifacts["base"] = base</a:t>
            </a:r>
          </a:p>
          <a:p xmlns:a="http://schemas.openxmlformats.org/drawingml/2006/main">
            <a:r>
              <a:t>        policy = policy_class.from_pretrained(base, config=policy_cfg)</a:t>
            </a:r>
          </a:p>
          <a:p xmlns:a="http://schemas.openxmlformats.org/drawingml/2006/main">
            <a:r>
              <a:t>        policy = cast(PreTrainedPolicy, PeftModel.from_pretrained(policy, path, config=adapter))</a:t>
            </a:r>
          </a:p>
          <a:p xmlns:a="http://schemas.openxmlformats.org/drawingml/2006/main">
            <a:r>
              <a:t>    else:</a:t>
            </a:r>
          </a:p>
          <a:p xmlns:a="http://schemas.openxmlformats.org/drawingml/2006/main">
            <a:r>
              <a:t>        policy = policy_class.from_pretrained(path, config=policy_cfg)</a:t>
            </a:r>
          </a:p>
          <a:p xmlns:a="http://schemas.openxmlformats.org/drawingml/2006/main">
            <a:r>
              <a:t>    policy.to(cfg.model.device).eval()</a:t>
            </a:r>
          </a:p>
          <a:p xmlns:a="http://schemas.openxmlformats.org/drawingml/2006/main">
            <a:r>
              <a:t>    preprocessor, postprocessor = make_pre_post_processors(</a:t>
            </a:r>
          </a:p>
          <a:p xmlns:a="http://schemas.openxmlformats.org/drawingml/2006/main">
            <a:r>
              <a:t>        policy_cfg=policy_cfg,</a:t>
            </a:r>
          </a:p>
          <a:p xmlns:a="http://schemas.openxmlformats.org/drawingml/2006/main">
            <a:r>
              <a:t>        pretrained_path=path,</a:t>
            </a:r>
          </a:p>
          <a:p xmlns:a="http://schemas.openxmlformats.org/drawingml/2006/main">
            <a:r>
              <a:t>        preprocessor_overrides={</a:t>
            </a:r>
          </a:p>
          <a:p xmlns:a="http://schemas.openxmlformats.org/drawingml/2006/main">
            <a:r>
              <a:t>            "device_processor": {"device": cfg.model.device},</a:t>
            </a:r>
          </a:p>
          <a:p xmlns:a="http://schemas.openxmlformats.org/drawingml/2006/main">
            <a:r>
              <a:t>            "rename_observations_processor": {"rename_map": {}},</a:t>
            </a:r>
          </a:p>
          <a:p xmlns:a="http://schemas.openxmlformats.org/drawingml/2006/main">
            <a:r>
              <a:t>        },</a:t>
            </a:r>
          </a:p>
          <a:p xmlns:a="http://schemas.openxmlformats.org/drawingml/2006/main">
            <a:r>
              <a:t>    )</a:t>
            </a:r>
          </a:p>
          <a:p xmlns:a="http://schemas.openxmlformats.org/drawingml/2006/main">
            <a:r>
              <a:t>    runner = PolicyRunner(</a:t>
            </a:r>
          </a:p>
          <a:p xmlns:a="http://schemas.openxmlformats.org/drawingml/2006/main">
            <a:r>
              <a:t>        policy,</a:t>
            </a:r>
          </a:p>
          <a:p xmlns:a="http://schemas.openxmlformats.org/drawingml/2006/main">
            <a:r>
              <a:t>[Excerpt continues in the source file.]</a:t>
            </a:r>
          </a:p>
          <a:p xmlns:a="http://schemas.openxmlformats.org/drawingml/2006/main">
            <a:r>
              <a:t/>
            </a:r>
          </a:p>
          <a:p xmlns:a="http://schemas.openxmlformats.org/drawingml/2006/main">
            <a:r>
              <a:t>src/lerobot/rollout/remote_context.py:51 build_remote_rollout_context</a:t>
            </a:r>
          </a:p>
          <a:p xmlns:a="http://schemas.openxmlformats.org/drawingml/2006/main">
            <a:r>
              <a:t>def build_remote_rollout_context(</a:t>
            </a:r>
          </a:p>
          <a:p xmlns:a="http://schemas.openxmlformats.org/drawingml/2006/main">
            <a:r>
              <a:t>    cfg: RolloutConfig,</a:t>
            </a:r>
          </a:p>
          <a:p xmlns:a="http://schemas.openxmlformats.org/drawingml/2006/main">
            <a:r>
              <a:t>    shutdown_event: Event,</a:t>
            </a:r>
          </a:p>
          <a:p xmlns:a="http://schemas.openxmlformats.org/drawingml/2006/main">
            <a:r>
              <a:t>    teleop_action_processor: RobotProcessorPipeline | None = None,</a:t>
            </a:r>
          </a:p>
          <a:p xmlns:a="http://schemas.openxmlformats.org/drawingml/2006/main">
            <a:r>
              <a:t>    robot_action_processor: RobotProcessorPipeline | None = None,</a:t>
            </a:r>
          </a:p>
          <a:p xmlns:a="http://schemas.openxmlformats.org/drawingml/2006/main">
            <a:r>
              <a:t>    robot_observation_processor: RobotProcessorPipeline | None = None,</a:t>
            </a:r>
          </a:p>
          <a:p xmlns:a="http://schemas.openxmlformats.org/drawingml/2006/main">
            <a:r>
              <a:t>) -&gt; RolloutContext:</a:t>
            </a:r>
          </a:p>
          <a:p xmlns:a="http://schemas.openxmlformats.org/drawingml/2006/main">
            <a:r>
              <a:t>    config = cfg.inference</a:t>
            </a:r>
          </a:p>
          <a:p xmlns:a="http://schemas.openxmlformats.org/drawingml/2006/main">
            <a:r>
              <a:t>    if not isinstance(config, RemoteInferenceConfig) or cfg.robot is None:</a:t>
            </a:r>
          </a:p>
          <a:p xmlns:a="http://schemas.openxmlformats.org/drawingml/2006/main">
            <a:r>
              <a:t>        raise ValueError("Remote rollout requires remote inference and robot configuration")</a:t>
            </a:r>
          </a:p>
          <a:p xmlns:a="http://schemas.openxmlformats.org/drawingml/2006/main">
            <a:r>
              <a:t>    if cfg.policy is not None or cfg.device is not None or cfg.use_torch_compile:</a:t>
            </a:r>
          </a:p>
          <a:p xmlns:a="http://schemas.openxmlformats.org/drawingml/2006/main">
            <a:r>
              <a:t>        raise ValueError("Remote rollout does not accept local policy/device/compile configuration")</a:t>
            </a:r>
          </a:p>
          <a:p xmlns:a="http://schemas.openxmlformats.org/drawingml/2006/main">
            <a:r>
              <a:t>    client = RemoteClient.connect(config)</a:t>
            </a:r>
          </a:p>
          <a:p xmlns:a="http://schemas.openxmlformats.org/drawingml/2006/main">
            <a:r>
              <a:t>    robot = None</a:t>
            </a:r>
          </a:p>
          <a:p xmlns:a="http://schemas.openxmlformats.org/drawingml/2006/main">
            <a:r>
              <a:t>    teleop = None</a:t>
            </a:r>
          </a:p>
          <a:p xmlns:a="http://schemas.openxmlformats.org/drawingml/2006/main">
            <a:r>
              <a:t>    try:</a:t>
            </a:r>
          </a:p>
          <a:p xmlns:a="http://schemas.openxmlformats.org/drawingml/2006/main">
            <a:r>
              <a:t>        descriptor = client.descriptor</a:t>
            </a:r>
          </a:p>
          <a:p xmlns:a="http://schemas.openxmlformats.org/drawingml/2006/main">
            <a:r>
              <a:t>        capabilities = descriptor["capabilities"]</a:t>
            </a:r>
          </a:p>
          <a:p xmlns:a="http://schemas.openxmlformats.org/drawingml/2006/main">
            <a:r>
              <a:t>        expected = tuple(FeatureSpec(**feature) for feature in capabilities["features"])</a:t>
            </a:r>
          </a:p>
          <a:p xmlns:a="http://schemas.openxmlformats.org/drawingml/2006/main">
            <a:r>
              <a:t>        action = FeatureSpec(**capabilities["action_feature"])</a:t>
            </a:r>
          </a:p>
          <a:p xmlns:a="http://schemas.openxmlformats.org/drawingml/2006/main">
            <a:r>
              <a:t>        if not action.names:</a:t>
            </a:r>
          </a:p>
          <a:p xmlns:a="http://schemas.openxmlformats.org/drawingml/2006/main">
            <a:r>
              <a:t>            raise ValueError("Remote rollout requires explicit ordered canonical action component names")</a:t>
            </a:r>
          </a:p>
          <a:p xmlns:a="http://schemas.openxmlformats.org/drawingml/2006/main">
            <a:r>
              <a:t/>
            </a:r>
          </a:p>
          <a:p xmlns:a="http://schemas.openxmlformats.org/drawingml/2006/main">
            <a:r>
              <a:t>        default_teleop, default_action, default_observation = make_default_processors()</a:t>
            </a:r>
          </a:p>
          <a:p xmlns:a="http://schemas.openxmlformats.org/drawingml/2006/main">
            <a:r>
              <a:t>        teleop_action_processor = teleop_action_processor or default_teleop</a:t>
            </a:r>
          </a:p>
          <a:p xmlns:a="http://schemas.openxmlformats.org/drawingml/2006/main">
            <a:r>
              <a:t>        robot_action_processor = robot_action_processor or default_action</a:t>
            </a:r>
          </a:p>
          <a:p xmlns:a="http://schemas.openxmlformats.org/drawingml/2006/main">
            <a:r>
              <a:t>        robot_observation_processor = robot_observation_processor or default_observation</a:t>
            </a:r>
          </a:p>
          <a:p xmlns:a="http://schemas.openxmlformats.org/drawingml/2006/main">
            <a:r>
              <a:t/>
            </a:r>
          </a:p>
          <a:p xmlns:a="http://schemas.openxmlformats.org/drawingml/2006/main">
            <a:r>
              <a:t>        robot = make_robot_from_config(cfg.robot)</a:t>
            </a:r>
          </a:p>
          <a:p xmlns:a="http://schemas.openxmlformats.org/drawingml/2006/main">
            <a:r>
              <a:t>        wrapper = ThreadSafeRobot(robot)</a:t>
            </a:r>
          </a:p>
          <a:p xmlns:a="http://schemas.openxmlformats.org/drawingml/2006/main">
            <a:r>
              <a:t>        wrapper.configure_position_hold()</a:t>
            </a:r>
          </a:p>
          <a:p xmlns:a="http://schemas.openxmlformats.org/drawingml/2006/main">
            <a:r>
              <a:t>        robot.connect()</a:t>
            </a:r>
          </a:p>
          <a:p xmlns:a="http://schemas.openxmlformats.org/drawingml/2006/main">
            <a:r>
              <a:t>[Excerpt continues in the source file.]</a:t>
            </a:r>
          </a:p>
          <a:p xmlns:a="http://schemas.openxmlformats.org/drawingml/2006/main">
            <a:r>
              <a:t/>
            </a:r>
          </a:p>
          <a:p xmlns:a="http://schemas.openxmlformats.org/drawingml/2006/main">
            <a:r>
              <a:t>src/lerobot/scripts/lerobot_rollout.py:227 rollout</a:t>
            </a:r>
          </a:p>
          <a:p xmlns:a="http://schemas.openxmlformats.org/drawingml/2006/main">
            <a:r>
              <a:t>def rollout(cfg: RolloutConfig):</a:t>
            </a:r>
          </a:p>
          <a:p xmlns:a="http://schemas.openxmlformats.org/drawingml/2006/main">
            <a:r>
              <a:t>    """Main entry point for policy deployment."""</a:t>
            </a:r>
          </a:p>
          <a:p xmlns:a="http://schemas.openxmlformats.org/drawingml/2006/main">
            <a:r>
              <a:t>    init_logging()</a:t>
            </a:r>
          </a:p>
          <a:p xmlns:a="http://schemas.openxmlformats.org/drawingml/2006/main">
            <a:r>
              <a:t/>
            </a:r>
          </a:p>
          <a:p xmlns:a="http://schemas.openxmlformats.org/drawingml/2006/main">
            <a:r>
              <a:t>    if cfg.display_data:</a:t>
            </a:r>
          </a:p>
          <a:p xmlns:a="http://schemas.openxmlformats.org/drawingml/2006/main">
            <a:r>
              <a:t>        logger.info(</a:t>
            </a:r>
          </a:p>
          <a:p xmlns:a="http://schemas.openxmlformats.org/drawingml/2006/main">
            <a:r>
              <a:t>            "Initializing %s visualization (ip=%s, port=%s)",</a:t>
            </a:r>
          </a:p>
          <a:p xmlns:a="http://schemas.openxmlformats.org/drawingml/2006/main">
            <a:r>
              <a:t>            cfg.display_mode,</a:t>
            </a:r>
          </a:p>
          <a:p xmlns:a="http://schemas.openxmlformats.org/drawingml/2006/main">
            <a:r>
              <a:t>            cfg.display_ip,</a:t>
            </a:r>
          </a:p>
          <a:p xmlns:a="http://schemas.openxmlformats.org/drawingml/2006/main">
            <a:r>
              <a:t>            cfg.display_port,</a:t>
            </a:r>
          </a:p>
          <a:p xmlns:a="http://schemas.openxmlformats.org/drawingml/2006/main">
            <a:r>
              <a:t>        )</a:t>
            </a:r>
          </a:p>
          <a:p xmlns:a="http://schemas.openxmlformats.org/drawingml/2006/main">
            <a:r>
              <a:t>        init_visualization(cfg.display_mode, session_name="rollout", ip=cfg.display_ip, port=cfg.display_port)</a:t>
            </a:r>
          </a:p>
          <a:p xmlns:a="http://schemas.openxmlformats.org/drawingml/2006/main">
            <a:r>
              <a:t/>
            </a:r>
          </a:p>
          <a:p xmlns:a="http://schemas.openxmlformats.org/drawingml/2006/main">
            <a:r>
              <a:t>    signal_handler = ProcessSignalHandler(use_threads=True, display_pid=False)</a:t>
            </a:r>
          </a:p>
          <a:p xmlns:a="http://schemas.openxmlformats.org/drawingml/2006/main">
            <a:r>
              <a:t>    shutdown_event = signal_handler.shutdown_event</a:t>
            </a:r>
          </a:p>
          <a:p xmlns:a="http://schemas.openxmlformats.org/drawingml/2006/main">
            <a:r>
              <a:t>    if not isinstance(shutdown_event, threading.Event):</a:t>
            </a:r>
          </a:p>
          <a:p xmlns:a="http://schemas.openxmlformats.org/drawingml/2006/main">
            <a:r>
              <a:t>        raise RuntimeError("ProcessSignalHandler(use_threads=True) must hand out a threading.Event")</a:t>
            </a:r>
          </a:p>
          <a:p xmlns:a="http://schemas.openxmlformats.org/drawingml/2006/main">
            <a:r>
              <a:t>    if cfg.interactive:</a:t>
            </a:r>
          </a:p>
          <a:p xmlns:a="http://schemas.openxmlformats.org/drawingml/2006/main">
            <a:r>
              <a:t>        # /reset and /stop end the control loop via the local flag; process signals still</a:t>
            </a:r>
          </a:p>
          <a:p xmlns:a="http://schemas.openxmlformats.org/drawingml/2006/main">
            <a:r>
              <a:t>        # propagate through the parent event.</a:t>
            </a:r>
          </a:p>
          <a:p xmlns:a="http://schemas.openxmlformats.org/drawingml/2006/main">
            <a:r>
              <a:t>        shutdown_event = LinkedEvent(shutdown_event)</a:t>
            </a:r>
          </a:p>
          <a:p xmlns:a="http://schemas.openxmlformats.org/drawingml/2006/main">
            <a:r>
              <a:t/>
            </a:r>
          </a:p>
          <a:p xmlns:a="http://schemas.openxmlformats.org/drawingml/2006/main">
            <a:r>
              <a:t>    logger.info("Building rollout context...")</a:t>
            </a:r>
          </a:p>
          <a:p xmlns:a="http://schemas.openxmlformats.org/drawingml/2006/main">
            <a:r>
              <a:t>    ctx = build_rollout_context(cfg, shutdown_event)</a:t>
            </a:r>
          </a:p>
          <a:p xmlns:a="http://schemas.openxmlformats.org/drawingml/2006/main">
            <a:r>
              <a:t/>
            </a:r>
          </a:p>
          <a:p xmlns:a="http://schemas.openxmlformats.org/drawingml/2006/main">
            <a:r>
              <a:t>    strategy = create_strategy(cfg.strategy)</a:t>
            </a:r>
          </a:p>
          <a:p xmlns:a="http://schemas.openxmlformats.org/drawingml/2006/main">
            <a:r>
              <a:t>    logger.info("Rollout strategy: %s", cfg.strategy.type)</a:t>
            </a:r>
          </a:p>
          <a:p xmlns:a="http://schemas.openxmlformats.org/drawingml/2006/main">
            <a:r>
              <a:t>    logger.info(</a:t>
            </a:r>
          </a:p>
          <a:p xmlns:a="http://schemas.openxmlformats.org/drawingml/2006/main">
            <a:r>
              <a:t>        "Robot: %s | FPS: %.0f | Duration: %s",</a:t>
            </a:r>
          </a:p>
          <a:p xmlns:a="http://schemas.openxmlformats.org/drawingml/2006/main">
            <a:r>
              <a:t>        cfg.robot.type if cfg.robot else "?",</a:t>
            </a:r>
          </a:p>
          <a:p xmlns:a="http://schemas.openxmlformats.org/drawingml/2006/main">
            <a:r>
              <a:t>        cfg.fps,</a:t>
            </a:r>
          </a:p>
          <a:p xmlns:a="http://schemas.openxmlformats.org/drawingml/2006/main">
            <a:r>
              <a:t>        f"{cfg.duration}s" if cfg.duration &gt; 0 else "infinite",</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FeatureSpec includes name, shape, dtype, kind, ordered component names and explicit semantic conventions. A shape match alone cannot tell degrees from normalized joint values or identify a swapped camera.</a:t>
            </a:r>
          </a:p>
          <a:p xmlns:a="http://schemas.openxmlformats.org/drawingml/2006/main">
            <a:r>
              <a:t/>
            </a:r>
          </a:p>
          <a:p xmlns:a="http://schemas.openxmlformats.org/drawingml/2006/main">
            <a:r>
              <a:t>The client renames observation keys once. ObservationSnapshot copies arrays and marks them read-only because camera implementations may reuse buffers. On the server, _batch validates the exact negotiated schema, converts RGB HWC uint8 into batched CHW float values in [0,1], then invokes the saved policy preprocessor.</a:t>
            </a:r>
          </a:p>
          <a:p xmlns:a="http://schemas.openxmlformats.org/drawingml/2006/main">
            <a:r>
              <a:t/>
            </a:r>
          </a:p>
          <a:p xmlns:a="http://schemas.openxmlformats.org/drawingml/2006/main">
            <a:r>
              <a:t>Canonical actions are policy postprocessor outputs before the local robot action processor. Do not confuse model-normalized actions, canonical targets, post-processor commands and measured positions. They are deliberately separate in the event log.</a:t>
            </a:r>
          </a:p>
          <a:p xmlns:a="http://schemas.openxmlformats.org/drawingml/2006/main">
            <a:r>
              <a:t/>
            </a:r>
          </a:p>
          <a:p xmlns:a="http://schemas.openxmlformats.org/drawingml/2006/main">
            <a:r>
              <a:t>Review question: Why copy image arrays before asynchronous encoding?</a:t>
            </a:r>
          </a:p>
          <a:p xmlns:a="http://schemas.openxmlformats.org/drawingml/2006/main">
            <a:r>
              <a:t>Answer: The camera may overwrite a shared buffer while another thread is encoding it. The snapshot must own stable bytes.</a:t>
            </a:r>
          </a:p>
          <a:p xmlns:a="http://schemas.openxmlformats.org/drawingml/2006/main">
            <a:r>
              <a:t/>
            </a:r>
          </a:p>
          <a:p xmlns:a="http://schemas.openxmlformats.org/drawingml/2006/main">
            <a:r>
              <a:t>Sources at c73a3f0403046f669326ca896755b00cbef415fa:</a:t>
            </a:r>
          </a:p>
          <a:p xmlns:a="http://schemas.openxmlformats.org/drawingml/2006/main">
            <a:r>
              <a:t>src/lerobot/inference/contracts.py:114 — ObservationSnapshot</a:t>
            </a:r>
          </a:p>
          <a:p xmlns:a="http://schemas.openxmlformats.org/drawingml/2006/main">
            <a:r>
              <a:t>src/lerobot/inference/policy_runner.py:195 — PolicyRunner._batch</a:t>
            </a:r>
          </a:p>
          <a:p xmlns:a="http://schemas.openxmlformats.org/drawingml/2006/main">
            <a:r>
              <a:t>src/lerobot/inference/contracts.py:34 — FeatureSpec</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src/lerobot/inference/contracts.py:114 ObservationSnapshot</a:t>
            </a:r>
          </a:p>
          <a:p xmlns:a="http://schemas.openxmlformats.org/drawingml/2006/main">
            <a:r>
              <a:t>class ObservationSnapshot:</a:t>
            </a:r>
          </a:p>
          <a:p xmlns:a="http://schemas.openxmlformats.org/drawingml/2006/main">
            <a:r>
              <a:t>    """Owned immutable current observations with original capture provenance."""</a:t>
            </a:r>
          </a:p>
          <a:p xmlns:a="http://schemas.openxmlformats.org/drawingml/2006/main">
            <a:r>
              <a:t/>
            </a:r>
          </a:p>
          <a:p xmlns:a="http://schemas.openxmlformats.org/drawingml/2006/main">
            <a:r>
              <a:t>    features: Mapping[str, np.ndarray]</a:t>
            </a:r>
          </a:p>
          <a:p xmlns:a="http://schemas.openxmlformats.org/drawingml/2006/main">
            <a:r>
              <a:t>    capture_time: float</a:t>
            </a:r>
          </a:p>
          <a:p xmlns:a="http://schemas.openxmlformats.org/drawingml/2006/main">
            <a:r>
              <a:t>    task: str</a:t>
            </a:r>
          </a:p>
          <a:p xmlns:a="http://schemas.openxmlformats.org/drawingml/2006/main">
            <a:r>
              <a:t>    task_version: int = 0</a:t>
            </a:r>
          </a:p>
          <a:p xmlns:a="http://schemas.openxmlformats.org/drawingml/2006/main">
            <a:r>
              <a:t>    observation_id: str = ""</a:t>
            </a:r>
          </a:p>
          <a:p xmlns:a="http://schemas.openxmlformats.org/drawingml/2006/main">
            <a:r>
              <a:t>    action_cursor: int | None = None</a:t>
            </a:r>
          </a:p>
          <a:p xmlns:a="http://schemas.openxmlformats.org/drawingml/2006/main">
            <a:r>
              <a:t>    execution_generation: int | None = None</a:t>
            </a:r>
          </a:p>
          <a:p xmlns:a="http://schemas.openxmlformats.org/drawingml/2006/main">
            <a:r>
              <a:t/>
            </a:r>
          </a:p>
          <a:p xmlns:a="http://schemas.openxmlformats.org/drawingml/2006/main">
            <a:r>
              <a:t>    def __post_init__(self) -&gt; None:</a:t>
            </a:r>
          </a:p>
          <a:p xmlns:a="http://schemas.openxmlformats.org/drawingml/2006/main">
            <a:r>
              <a:t>        """Copy camera buffers so asynchronous encoding sees a stable frame."""</a:t>
            </a:r>
          </a:p>
          <a:p xmlns:a="http://schemas.openxmlformats.org/drawingml/2006/main">
            <a:r>
              <a:t>        if not math.isfinite(self.capture_time):</a:t>
            </a:r>
          </a:p>
          <a:p xmlns:a="http://schemas.openxmlformats.org/drawingml/2006/main">
            <a:r>
              <a:t>            raise ValueError("Observation capture time must be finite.")</a:t>
            </a:r>
          </a:p>
          <a:p xmlns:a="http://schemas.openxmlformats.org/drawingml/2006/main">
            <a:r>
              <a:t>        for anchor in (self.action_cursor, self.execution_generation):</a:t>
            </a:r>
          </a:p>
          <a:p xmlns:a="http://schemas.openxmlformats.org/drawingml/2006/main">
            <a:r>
              <a:t>            if anchor is not None and (type(anchor) is not int or anchor &lt; 0):</a:t>
            </a:r>
          </a:p>
          <a:p xmlns:a="http://schemas.openxmlformats.org/drawingml/2006/main">
            <a:r>
              <a:t>                raise ValueError("Observation action anchors must be nonnegative integers.")</a:t>
            </a:r>
          </a:p>
          <a:p xmlns:a="http://schemas.openxmlformats.org/drawingml/2006/main">
            <a:r>
              <a:t>        # Cameras commonly recycle their arrays. Own exactly one bounded request</a:t>
            </a:r>
          </a:p>
          <a:p xmlns:a="http://schemas.openxmlformats.org/drawingml/2006/main">
            <a:r>
              <a:t>        # snapshot; copies remain read-only until the runner creates its batch.</a:t>
            </a:r>
          </a:p>
          <a:p xmlns:a="http://schemas.openxmlformats.org/drawingml/2006/main">
            <a:r>
              <a:t>        owned: dict[str, np.ndarray] = {}</a:t>
            </a:r>
          </a:p>
          <a:p xmlns:a="http://schemas.openxmlformats.org/drawingml/2006/main">
            <a:r>
              <a:t>        for name, value in self.features.items():</a:t>
            </a:r>
          </a:p>
          <a:p xmlns:a="http://schemas.openxmlformats.org/drawingml/2006/main">
            <a:r>
              <a:t>            array = np.array(value, copy=True, order="C")</a:t>
            </a:r>
          </a:p>
          <a:p xmlns:a="http://schemas.openxmlformats.org/drawingml/2006/main">
            <a:r>
              <a:t>            array.setflags(write=False)</a:t>
            </a:r>
          </a:p>
          <a:p xmlns:a="http://schemas.openxmlformats.org/drawingml/2006/main">
            <a:r>
              <a:t>            owned[name] = array</a:t>
            </a:r>
          </a:p>
          <a:p xmlns:a="http://schemas.openxmlformats.org/drawingml/2006/main">
            <a:r>
              <a:t>        object.__setattr__(self, "features", MappingProxyType(owned))</a:t>
            </a:r>
          </a:p>
          <a:p xmlns:a="http://schemas.openxmlformats.org/drawingml/2006/main">
            <a:r>
              <a:t/>
            </a:r>
          </a:p>
          <a:p xmlns:a="http://schemas.openxmlformats.org/drawingml/2006/main">
            <a:r>
              <a:t>src/lerobot/inference/policy_runner.py:195 PolicyRunner._batch</a:t>
            </a:r>
          </a:p>
          <a:p xmlns:a="http://schemas.openxmlformats.org/drawingml/2006/main">
            <a:r>
              <a:t>    def _batch(self, observation: ObservationSnapshot) -&gt; dict[str, Any]:</a:t>
            </a:r>
          </a:p>
          <a:p xmlns:a="http://schemas.openxmlformats.org/drawingml/2006/main">
            <a:r>
              <a:t>        if set(observation.features) != {feature.name for feature in self.capabilities.features}:</a:t>
            </a:r>
          </a:p>
          <a:p xmlns:a="http://schemas.openxmlformats.org/drawingml/2006/main">
            <a:r>
              <a:t>            raise ValueError("Observation feature names differ from the serving contract.")</a:t>
            </a:r>
          </a:p>
          <a:p xmlns:a="http://schemas.openxmlformats.org/drawingml/2006/main">
            <a:r>
              <a:t>        if len(observation.task) &gt; self.max_text_input:</a:t>
            </a:r>
          </a:p>
          <a:p xmlns:a="http://schemas.openxmlformats.org/drawingml/2006/main">
            <a:r>
              <a:t>            raise ValueError("Instruction exceeds the configured text-input limit.")</a:t>
            </a:r>
          </a:p>
          <a:p xmlns:a="http://schemas.openxmlformats.org/drawingml/2006/main">
            <a:r>
              <a:t>        batch: dict[str, Any] = {}</a:t>
            </a:r>
          </a:p>
          <a:p xmlns:a="http://schemas.openxmlformats.org/drawingml/2006/main">
            <a:r>
              <a:t>        for feature in self.capabilities.features:</a:t>
            </a:r>
          </a:p>
          <a:p xmlns:a="http://schemas.openxmlformats.org/drawingml/2006/main">
            <a:r>
              <a:t>            array = observation.features[feature.name]</a:t>
            </a:r>
          </a:p>
          <a:p xmlns:a="http://schemas.openxmlformats.org/drawingml/2006/main">
            <a:r>
              <a:t>            if array.shape != feature.shape or array.dtype != np.dtype(feature.dtype):</a:t>
            </a:r>
          </a:p>
          <a:p xmlns:a="http://schemas.openxmlformats.org/drawingml/2006/main">
            <a:r>
              <a:t>                raise ValueError(</a:t>
            </a:r>
          </a:p>
          <a:p xmlns:a="http://schemas.openxmlformats.org/drawingml/2006/main">
            <a:r>
              <a:t>                    f"Observation shape/dtype differs from the serving contract: {feature.name}."</a:t>
            </a:r>
          </a:p>
          <a:p xmlns:a="http://schemas.openxmlformats.org/drawingml/2006/main">
            <a:r>
              <a:t>                )</a:t>
            </a:r>
          </a:p>
          <a:p xmlns:a="http://schemas.openxmlformats.org/drawingml/2006/main">
            <a:r>
              <a:t>            if array.dtype.kind == "f" and not np.isfinite(array).all():</a:t>
            </a:r>
          </a:p>
          <a:p xmlns:a="http://schemas.openxmlformats.org/drawingml/2006/main">
            <a:r>
              <a:t>                raise ValueError(f"Observation contains non-finite values: {feature.name}.")</a:t>
            </a:r>
          </a:p>
          <a:p xmlns:a="http://schemas.openxmlformats.org/drawingml/2006/main">
            <a:r>
              <a:t>            tensor = torch.from_numpy(array.copy())</a:t>
            </a:r>
          </a:p>
          <a:p xmlns:a="http://schemas.openxmlformats.org/drawingml/2006/main">
            <a:r>
              <a:t>            if feature.kind == "rgb":</a:t>
            </a:r>
          </a:p>
          <a:p xmlns:a="http://schemas.openxmlformats.org/drawingml/2006/main">
            <a:r>
              <a:t>                tensor = tensor.permute(2, 0, 1).contiguous().to(torch.float32).div_(255)</a:t>
            </a:r>
          </a:p>
          <a:p xmlns:a="http://schemas.openxmlformats.org/drawingml/2006/main">
            <a:r>
              <a:t>            batch[feature.name] = tensor.unsqueeze(0)</a:t>
            </a:r>
          </a:p>
          <a:p xmlns:a="http://schemas.openxmlformats.org/drawingml/2006/main">
            <a:r>
              <a:t>        batch["task"] = [observation.task]</a:t>
            </a:r>
          </a:p>
          <a:p xmlns:a="http://schemas.openxmlformats.org/drawingml/2006/main">
            <a:r>
              <a:t>        batch["robot_type"] = self.robot_type</a:t>
            </a:r>
          </a:p>
          <a:p xmlns:a="http://schemas.openxmlformats.org/drawingml/2006/main">
            <a:r>
              <a:t>        return batch</a:t>
            </a:r>
          </a:p>
          <a:p xmlns:a="http://schemas.openxmlformats.org/drawingml/2006/main">
            <a:r>
              <a:t/>
            </a:r>
          </a:p>
          <a:p xmlns:a="http://schemas.openxmlformats.org/drawingml/2006/main">
            <a:r>
              <a:t>src/lerobot/inference/contracts.py:34 FeatureSpec</a:t>
            </a:r>
          </a:p>
          <a:p xmlns:a="http://schemas.openxmlformats.org/drawingml/2006/main">
            <a:r>
              <a:t>class FeatureSpec:</a:t>
            </a:r>
          </a:p>
          <a:p xmlns:a="http://schemas.openxmlformats.org/drawingml/2006/main">
            <a:r>
              <a:t>    """Named canonical values, ordered components, and semantic conventions."""</a:t>
            </a:r>
          </a:p>
          <a:p xmlns:a="http://schemas.openxmlformats.org/drawingml/2006/main">
            <a:r>
              <a:t/>
            </a:r>
          </a:p>
          <a:p xmlns:a="http://schemas.openxmlformats.org/drawingml/2006/main">
            <a:r>
              <a:t>    name: str</a:t>
            </a:r>
          </a:p>
          <a:p xmlns:a="http://schemas.openxmlformats.org/drawingml/2006/main">
            <a:r>
              <a:t>    shape: tuple[int, ...]</a:t>
            </a:r>
          </a:p>
          <a:p xmlns:a="http://schemas.openxmlformats.org/drawingml/2006/main">
            <a:r>
              <a:t>    dtype: str</a:t>
            </a:r>
          </a:p>
          <a:p xmlns:a="http://schemas.openxmlformats.org/drawingml/2006/main">
            <a:r>
              <a:t>    kind: str = "tensor"</a:t>
            </a:r>
          </a:p>
          <a:p xmlns:a="http://schemas.openxmlformats.org/drawingml/2006/main">
            <a:r>
              <a:t>    names: tuple[str, ...] = ()</a:t>
            </a:r>
          </a:p>
          <a:p xmlns:a="http://schemas.openxmlformats.org/drawingml/2006/main">
            <a:r>
              <a:t>    semantics: str = ""</a:t>
            </a:r>
          </a:p>
          <a:p xmlns:a="http://schemas.openxmlformats.org/drawingml/2006/main">
            <a:r>
              <a:t/>
            </a:r>
          </a:p>
          <a:p xmlns:a="http://schemas.openxmlformats.org/drawingml/2006/main">
            <a:r>
              <a:t>    def __post_init__(self) -&gt; None:</a:t>
            </a:r>
          </a:p>
          <a:p xmlns:a="http://schemas.openxmlformats.org/drawingml/2006/main">
            <a:r>
              <a:t>        """Reject unsupported modalities and ambiguous feature metadata."""</a:t>
            </a:r>
          </a:p>
          <a:p xmlns:a="http://schemas.openxmlformats.org/drawingml/2006/main">
            <a:r>
              <a:t>        object.__setattr__(self, "shape", tuple(self.shape))</a:t>
            </a:r>
          </a:p>
          <a:p xmlns:a="http://schemas.openxmlformats.org/drawingml/2006/main">
            <a:r>
              <a:t>        object.__setattr__(self, "names", tuple(self.names))</a:t>
            </a:r>
          </a:p>
          <a:p xmlns:a="http://schemas.openxmlformats.org/drawingml/2006/main">
            <a:r>
              <a:t>        if not self.name or not self.semantics.strip():</a:t>
            </a:r>
          </a:p>
          <a:p xmlns:a="http://schemas.openxmlformats.org/drawingml/2006/main">
            <a:r>
              <a:t>            raise ValueError("Feature names and explicit semantic conventions are required.")</a:t>
            </a:r>
          </a:p>
          <a:p xmlns:a="http://schemas.openxmlformats.org/drawingml/2006/main">
            <a:r>
              <a:t>        if self.kind not in {"tensor", "rgb"}:</a:t>
            </a:r>
          </a:p>
          <a:p xmlns:a="http://schemas.openxmlformats.org/drawingml/2006/main">
            <a:r>
              <a:t>            raise ValueError(f"Unsupported feature modality: {self.kind!r}")</a:t>
            </a:r>
          </a:p>
          <a:p xmlns:a="http://schemas.openxmlformats.org/drawingml/2006/main">
            <a:r>
              <a:t>        if len(self.shape) &gt; 4 or any(type(dim) is not int or dim &lt;= 0 for dim in self.shape):</a:t>
            </a:r>
          </a:p>
          <a:p xmlns:a="http://schemas.openxmlformats.org/drawingml/2006/main">
            <a:r>
              <a:t>            raise ValueError(f"Invalid feature shape: {self.shape!r}")</a:t>
            </a:r>
          </a:p>
          <a:p xmlns:a="http://schemas.openxmlformats.org/drawingml/2006/main">
            <a:r>
              <a:t>        if self.dtype not in {"bool", "uint8", "int32", "int64", "float32", "float64"}:</a:t>
            </a:r>
          </a:p>
          <a:p xmlns:a="http://schemas.openxmlformats.org/drawingml/2006/main">
            <a:r>
              <a:t>            raise ValueError(f"Unsupported feature dtype: {self.dtype!r}")</a:t>
            </a:r>
          </a:p>
          <a:p xmlns:a="http://schemas.openxmlformats.org/drawingml/2006/main">
            <a:r>
              <a:t>        if self.kind == "rgb" and (len(self.shape) != 3 or self.shape[-1] != 3 or self.dtype != "uint8"):</a:t>
            </a:r>
          </a:p>
          <a:p xmlns:a="http://schemas.openxmlformats.org/drawingml/2006/main">
            <a:r>
              <a:t>            raise ValueError("RGB features require HWC uint8 with three channels.")</a:t>
            </a:r>
          </a:p>
          <a:p xmlns:a="http://schemas.openxmlformats.org/drawingml/2006/main">
            <a:r>
              <a:t>        if self.names and (len(self.shape) != 1 or len(self.names) != self.shape[0]):</a:t>
            </a:r>
          </a:p>
          <a:p xmlns:a="http://schemas.openxmlformats.org/drawingml/2006/main">
            <a:r>
              <a:t>            raise ValueError("Ordered component names must match a one-dimensional feature.")</a:t>
            </a:r>
          </a:p>
          <a:p xmlns:a="http://schemas.openxmlformats.org/drawingml/2006/main">
            <a:r>
              <a:t>        if len(set(self.names)) != len(self.names):</a:t>
            </a:r>
          </a:p>
          <a:p xmlns:a="http://schemas.openxmlformats.org/drawingml/2006/main">
            <a:r>
              <a:t>            raise ValueError("Feature component names must be unique.")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instance changes on restart. A session identifies exclusive ownership. Generation fences reset/invalidation boundaries; task_version distinguishes retargets, including A → B → A; setting the already-current text is a no-op. Request IDs correlate replies, while a monotonic data sequence prevents re-execution after bounded request-ID history is evicted.</a:t>
            </a:r>
          </a:p>
          <a:p xmlns:a="http://schemas.openxmlformats.org/drawingml/2006/main">
            <a:r>
              <a:t/>
            </a:r>
          </a:p>
          <a:p xmlns:a="http://schemas.openxmlformats.org/drawingml/2006/main">
            <a:r>
              <a:t>The observation action_cursor is local scheduling metadata. It is separate from the wire request sequence. It counts policy endpoints already handed to interpolation, not encoder measurements or server time.</a:t>
            </a:r>
          </a:p>
          <a:p xmlns:a="http://schemas.openxmlformats.org/drawingml/2006/main">
            <a:r>
              <a:t/>
            </a:r>
          </a:p>
          <a:p xmlns:a="http://schemas.openxmlformats.org/drawingml/2006/main">
            <a:r>
              <a:t>Client capture times are carried through the response as opaque provenance on the server. The client evaluates age with its own monotonic clock; the server reports local durations. Synchronized wall clocks are not required.</a:t>
            </a:r>
          </a:p>
          <a:p xmlns:a="http://schemas.openxmlformats.org/drawingml/2006/main">
            <a:r>
              <a:t/>
            </a:r>
          </a:p>
          <a:p xmlns:a="http://schemas.openxmlformats.org/drawingml/2006/main">
            <a:r>
              <a:t>Review question: Can identical task text make an old in-flight answer current again?</a:t>
            </a:r>
          </a:p>
          <a:p xmlns:a="http://schemas.openxmlformats.org/drawingml/2006/main">
            <a:r>
              <a:t>Answer: No. Version/generation/query intent checks still distinguish it from the new request.</a:t>
            </a:r>
          </a:p>
          <a:p xmlns:a="http://schemas.openxmlformats.org/drawingml/2006/main">
            <a:r>
              <a:t/>
            </a:r>
          </a:p>
          <a:p xmlns:a="http://schemas.openxmlformats.org/drawingml/2006/main">
            <a:r>
              <a:t>Sources at c73a3f0403046f669326ca896755b00cbef415fa:</a:t>
            </a:r>
          </a:p>
          <a:p xmlns:a="http://schemas.openxmlformats.org/drawingml/2006/main">
            <a:r>
              <a:t>src/lerobot/remote_inference/protocol.py:88 — Envelope</a:t>
            </a:r>
          </a:p>
          <a:p xmlns:a="http://schemas.openxmlformats.org/drawingml/2006/main">
            <a:r>
              <a:t>src/lerobot/inference/contracts.py:152 — ActionProvenance</a:t>
            </a:r>
          </a:p>
          <a:p xmlns:a="http://schemas.openxmlformats.org/drawingml/2006/main">
            <a:r>
              <a:t>tests/remote_inference/test_session.py:139 — test_evicted_request_identity_cannot_be_replayed</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src/lerobot/remote_inference/protocol.py:88 Envelope</a:t>
            </a:r>
          </a:p>
          <a:p xmlns:a="http://schemas.openxmlformats.org/drawingml/2006/main">
            <a:r>
              <a:t>class Envelope:</a:t>
            </a:r>
          </a:p>
          <a:p xmlns:a="http://schemas.openxmlformats.org/drawingml/2006/main">
            <a:r>
              <a:t>    """Every data message has a correlation identity; negotiation permits empty instance/session IDs."""</a:t>
            </a:r>
          </a:p>
          <a:p xmlns:a="http://schemas.openxmlformats.org/drawingml/2006/main">
            <a:r>
              <a:t/>
            </a:r>
          </a:p>
          <a:p xmlns:a="http://schemas.openxmlformats.org/drawingml/2006/main">
            <a:r>
              <a:t>    message_type: MessageType | str</a:t>
            </a:r>
          </a:p>
          <a:p xmlns:a="http://schemas.openxmlformats.org/drawingml/2006/main">
            <a:r>
              <a:t>    instance_id: str = ""</a:t>
            </a:r>
          </a:p>
          <a:p xmlns:a="http://schemas.openxmlformats.org/drawingml/2006/main">
            <a:r>
              <a:t>    session_id: str = ""</a:t>
            </a:r>
          </a:p>
          <a:p xmlns:a="http://schemas.openxmlformats.org/drawingml/2006/main">
            <a:r>
              <a:t>    generation: int = 0</a:t>
            </a:r>
          </a:p>
          <a:p xmlns:a="http://schemas.openxmlformats.org/drawingml/2006/main">
            <a:r>
              <a:t>    request_id: str = ""</a:t>
            </a:r>
          </a:p>
          <a:p xmlns:a="http://schemas.openxmlformats.org/drawingml/2006/main">
            <a:r>
              <a:t>    body: dict[str, Any] = field(default_factory=dict)</a:t>
            </a:r>
          </a:p>
          <a:p xmlns:a="http://schemas.openxmlformats.org/drawingml/2006/main">
            <a:r>
              <a:t>    version: int = PROTOCOL_VERSION</a:t>
            </a:r>
          </a:p>
          <a:p xmlns:a="http://schemas.openxmlformats.org/drawingml/2006/main">
            <a:r>
              <a:t/>
            </a:r>
          </a:p>
          <a:p xmlns:a="http://schemas.openxmlformats.org/drawingml/2006/main">
            <a:r>
              <a:t>    def __post_init__(self) -&gt; None:</a:t>
            </a:r>
          </a:p>
          <a:p xmlns:a="http://schemas.openxmlformats.org/drawingml/2006/main">
            <a:r>
              <a:t>        """Validate correlation fields before decoding potentially large bodies."""</a:t>
            </a:r>
          </a:p>
          <a:p xmlns:a="http://schemas.openxmlformats.org/drawingml/2006/main">
            <a:r>
              <a:t>        if type(self.version) is not int or self.version != PROTOCOL_VERSION:</a:t>
            </a:r>
          </a:p>
          <a:p xmlns:a="http://schemas.openxmlformats.org/drawingml/2006/main">
            <a:r>
              <a:t>            raise ProtocolError(ErrorCode.PROTOCOL, f"Unsupported protocol version: {self.version!r}")</a:t>
            </a:r>
          </a:p>
          <a:p xmlns:a="http://schemas.openxmlformats.org/drawingml/2006/main">
            <a:r>
              <a:t>        try:</a:t>
            </a:r>
          </a:p>
          <a:p xmlns:a="http://schemas.openxmlformats.org/drawingml/2006/main">
            <a:r>
              <a:t>            object.__setattr__(self, "message_type", MessageType(self.message_type))</a:t>
            </a:r>
          </a:p>
          <a:p xmlns:a="http://schemas.openxmlformats.org/drawingml/2006/main">
            <a:r>
              <a:t>        except (ValueError, TypeError) as exc:</a:t>
            </a:r>
          </a:p>
          <a:p xmlns:a="http://schemas.openxmlformats.org/drawingml/2006/main">
            <a:r>
              <a:t>            raise ProtocolError(ErrorCode.MALFORMED, "Unknown message type") from exc</a:t>
            </a:r>
          </a:p>
          <a:p xmlns:a="http://schemas.openxmlformats.org/drawingml/2006/main">
            <a:r>
              <a:t>        if type(self.generation) is not int or not 0 &lt;= self.generation &lt; 2**63:</a:t>
            </a:r>
          </a:p>
          <a:p xmlns:a="http://schemas.openxmlformats.org/drawingml/2006/main">
            <a:r>
              <a:t>            raise ProtocolError(ErrorCode.MALFORMED, "Invalid execution generation")</a:t>
            </a:r>
          </a:p>
          <a:p xmlns:a="http://schemas.openxmlformats.org/drawingml/2006/main">
            <a:r>
              <a:t>        for label in ("instance_id", "session_id", "request_id"):</a:t>
            </a:r>
          </a:p>
          <a:p xmlns:a="http://schemas.openxmlformats.org/drawingml/2006/main">
            <a:r>
              <a:t>            value = getattr(self, label)</a:t>
            </a:r>
          </a:p>
          <a:p xmlns:a="http://schemas.openxmlformats.org/drawingml/2006/main">
            <a:r>
              <a:t>            if not isinstance(value, str) or len(value) &gt; _MAX_IDENTIFIER:</a:t>
            </a:r>
          </a:p>
          <a:p xmlns:a="http://schemas.openxmlformats.org/drawingml/2006/main">
            <a:r>
              <a:t>                raise ProtocolError(ErrorCode.MALFORMED, f"Invalid {label}")</a:t>
            </a:r>
          </a:p>
          <a:p xmlns:a="http://schemas.openxmlformats.org/drawingml/2006/main">
            <a:r>
              <a:t>            if value:</a:t>
            </a:r>
          </a:p>
          <a:p xmlns:a="http://schemas.openxmlformats.org/drawingml/2006/main">
            <a:r>
              <a:t>                validate_segment(value, label)</a:t>
            </a:r>
          </a:p>
          <a:p xmlns:a="http://schemas.openxmlformats.org/drawingml/2006/main">
            <a:r>
              <a:t>        if not isinstance(self.body, dict) or any(not isinstance(key, str) for key in self.body):</a:t>
            </a:r>
          </a:p>
          <a:p xmlns:a="http://schemas.openxmlformats.org/drawingml/2006/main">
            <a:r>
              <a:t>            raise ProtocolError(ErrorCode.MALFORMED, "Message body must be a string-keyed map")</a:t>
            </a:r>
          </a:p>
          <a:p xmlns:a="http://schemas.openxmlformats.org/drawingml/2006/main">
            <a:r>
              <a:t>        if self.message_type in {</a:t>
            </a:r>
          </a:p>
          <a:p xmlns:a="http://schemas.openxmlformats.org/drawingml/2006/main">
            <a:r>
              <a:t>            MessageType.OBSERVATION,</a:t>
            </a:r>
          </a:p>
          <a:p xmlns:a="http://schemas.openxmlformats.org/drawingml/2006/main">
            <a:r>
              <a:t>            MessageType.ACTION,</a:t>
            </a:r>
          </a:p>
          <a:p xmlns:a="http://schemas.openxmlformats.org/drawingml/2006/main">
            <a:r>
              <a:t>[Excerpt continues in the source file.]</a:t>
            </a:r>
          </a:p>
          <a:p xmlns:a="http://schemas.openxmlformats.org/drawingml/2006/main">
            <a:r>
              <a:t/>
            </a:r>
          </a:p>
          <a:p xmlns:a="http://schemas.openxmlformats.org/drawingml/2006/main">
            <a:r>
              <a:t>src/lerobot/inference/contracts.py:152 ActionProvenance</a:t>
            </a:r>
          </a:p>
          <a:p xmlns:a="http://schemas.openxmlformats.org/drawingml/2006/main">
            <a:r>
              <a:t>class ActionProvenance:</a:t>
            </a:r>
          </a:p>
          <a:p xmlns:a="http://schemas.openxmlformats.org/drawingml/2006/main">
            <a:r>
              <a:t>    """Source identity carried by every queued action, including across merges."""</a:t>
            </a:r>
          </a:p>
          <a:p xmlns:a="http://schemas.openxmlformats.org/drawingml/2006/main">
            <a:r>
              <a:t/>
            </a:r>
          </a:p>
          <a:p xmlns:a="http://schemas.openxmlformats.org/drawingml/2006/main">
            <a:r>
              <a:t>    capture_time: float</a:t>
            </a:r>
          </a:p>
          <a:p xmlns:a="http://schemas.openxmlformats.org/drawingml/2006/main">
            <a:r>
              <a:t>    task: str</a:t>
            </a:r>
          </a:p>
          <a:p xmlns:a="http://schemas.openxmlformats.org/drawingml/2006/main">
            <a:r>
              <a:t>    task_version: int = 0</a:t>
            </a:r>
          </a:p>
          <a:p xmlns:a="http://schemas.openxmlformats.org/drawingml/2006/main">
            <a:r>
              <a:t>    observation_id: str = ""</a:t>
            </a:r>
          </a:p>
          <a:p xmlns:a="http://schemas.openxmlformats.org/drawingml/2006/main">
            <a:r>
              <a:t>    request_id: str = ""</a:t>
            </a:r>
          </a:p>
          <a:p xmlns:a="http://schemas.openxmlformats.org/drawingml/2006/main">
            <a:r>
              <a:t>    generation: int = 0</a:t>
            </a:r>
          </a:p>
          <a:p xmlns:a="http://schemas.openxmlformats.org/drawingml/2006/main">
            <a:r>
              <a:t>    session_id: str = ""</a:t>
            </a:r>
          </a:p>
          <a:p xmlns:a="http://schemas.openxmlformats.org/drawingml/2006/main">
            <a:r>
              <a:t>    server_instance_id: str = ""</a:t>
            </a:r>
          </a:p>
          <a:p xmlns:a="http://schemas.openxmlformats.org/drawingml/2006/main">
            <a:r>
              <a:t>    artifact_identity: str = ""</a:t>
            </a:r>
          </a:p>
          <a:p xmlns:a="http://schemas.openxmlformats.org/drawingml/2006/main">
            <a:r>
              <a:t>    # The primary IDs identify the incoming prediction. capture_time is the</a:t>
            </a:r>
          </a:p>
          <a:p xmlns:a="http://schemas.openxmlformats.org/drawingml/2006/main">
            <a:r>
              <a:t>    # conservative age bound; this summary retains the oldest original source.</a:t>
            </a:r>
          </a:p>
          <a:p xmlns:a="http://schemas.openxmlformats.org/drawingml/2006/main">
            <a:r>
              <a:t>    oldest_contributor: ActionSource | None = None</a:t>
            </a:r>
          </a:p>
          <a:p xmlns:a="http://schemas.openxmlformats.org/drawingml/2006/main">
            <a:r>
              <a:t>    contributor_count: int = 1</a:t>
            </a:r>
          </a:p>
          <a:p xmlns:a="http://schemas.openxmlformats.org/drawingml/2006/main">
            <a:r>
              <a:t>    contributor_digest: str = ""</a:t>
            </a:r>
          </a:p>
          <a:p xmlns:a="http://schemas.openxmlformats.org/drawingml/2006/main">
            <a:r>
              <a:t/>
            </a:r>
          </a:p>
          <a:p xmlns:a="http://schemas.openxmlformats.org/drawingml/2006/main">
            <a:r>
              <a:t>tests/remote_inference/test_session.py:139 test_evicted_request_identity_cannot_be_replayed</a:t>
            </a:r>
          </a:p>
          <a:p xmlns:a="http://schemas.openxmlformats.org/drawingml/2006/main">
            <a:r>
              <a:t>def test_evicted_request_identity_cannot_be_replayed(worker):</a:t>
            </a:r>
          </a:p>
          <a:p xmlns:a="http://schemas.openxmlformats.org/drawingml/2006/main">
            <a:r>
              <a:t>    session = admit(worker)</a:t>
            </a:r>
          </a:p>
          <a:p xmlns:a="http://schemas.openxmlformats.org/drawingml/2006/main">
            <a:r>
              <a:t>    first = action_request(worker, session)</a:t>
            </a:r>
          </a:p>
          <a:p xmlns:a="http://schemas.openxmlformats.org/drawingml/2006/main">
            <a:r>
              <a:t>    assert worker.submit(first).result(2).message_type is MessageType.ACTION</a:t>
            </a:r>
          </a:p>
          <a:p xmlns:a="http://schemas.openxmlformats.org/drawingml/2006/main">
            <a:r>
              <a:t>    for _ in range(128):</a:t>
            </a:r>
          </a:p>
          <a:p xmlns:a="http://schemas.openxmlformats.org/drawingml/2006/main">
            <a:r>
              <a:t>        assert worker.submit(action_request(worker, session)).result(2).message_type is MessageType.ACTION</a:t>
            </a:r>
          </a:p>
          <a:p xmlns:a="http://schemas.openxmlformats.org/drawingml/2006/main">
            <a:r>
              <a:t>    assert first.request_id not in worker._seen</a:t>
            </a:r>
          </a:p>
          <a:p xmlns:a="http://schemas.openxmlformats.org/drawingml/2006/main">
            <a:r>
              <a:t>    assert_error(worker.submit(first).result(2), ErrorCode.STALE)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RemoteClient.connect obtains a descriptor. admit compares features, action representation, interval and semantics. For alignment/blending it sends required capabilities and exact chunk settings; plain append uses compatible defaults. Alignment and blending require explicit support, even though the protocol major remains 1.</a:t>
            </a:r>
          </a:p>
          <a:p xmlns:a="http://schemas.openxmlformats.org/drawingml/2006/main">
            <a:r>
              <a:t/>
            </a:r>
          </a:p>
          <a:p xmlns:a="http://schemas.openxmlformats.org/drawingml/2006/main">
            <a:r>
              <a:t>SessionWorker validates the open request and reserves one session. The worker performs reset before acknowledging admission. The client verifies the acknowledgment and establishes session-scoped channels and presence. Data publication waits for subscriber readiness.</a:t>
            </a:r>
          </a:p>
          <a:p xmlns:a="http://schemas.openxmlformats.org/drawingml/2006/main">
            <a:r>
              <a:t/>
            </a:r>
          </a:p>
          <a:p xmlns:a="http://schemas.openxmlformats.org/drawingml/2006/main">
            <a:r>
              <a:t>Two peers need not have identical Git hashes or package versions. They must satisfy the actual protocol and requested feature contract. The loaded-build log helps reveal an outdated running server; it is not a substitute for negotiation.</a:t>
            </a:r>
          </a:p>
          <a:p xmlns:a="http://schemas.openxmlformats.org/drawingml/2006/main">
            <a:r>
              <a:t/>
            </a:r>
          </a:p>
          <a:p xmlns:a="http://schemas.openxmlformats.org/drawingml/2006/main">
            <a:r>
              <a:t>Review question: What happens if an older server does not advertise alignment?</a:t>
            </a:r>
          </a:p>
          <a:p xmlns:a="http://schemas.openxmlformats.org/drawingml/2006/main">
            <a:r>
              <a:t>Answer: A client requiring alignment fails admission rather than silently falling back to append.</a:t>
            </a:r>
          </a:p>
          <a:p xmlns:a="http://schemas.openxmlformats.org/drawingml/2006/main">
            <a:r>
              <a:t/>
            </a:r>
          </a:p>
          <a:p xmlns:a="http://schemas.openxmlformats.org/drawingml/2006/main">
            <a:r>
              <a:t>Sources at c73a3f0403046f669326ca896755b00cbef415fa:</a:t>
            </a:r>
          </a:p>
          <a:p xmlns:a="http://schemas.openxmlformats.org/drawingml/2006/main">
            <a:r>
              <a:t>src/lerobot/remote_inference/client.py:186 — RemoteClient.admit</a:t>
            </a:r>
          </a:p>
          <a:p xmlns:a="http://schemas.openxmlformats.org/drawingml/2006/main">
            <a:r>
              <a:t>src/lerobot/remote_inference/server.py:338 — SessionWorker._validate_open</a:t>
            </a:r>
          </a:p>
          <a:p xmlns:a="http://schemas.openxmlformats.org/drawingml/2006/main">
            <a:r>
              <a:t>tests/remote_inference/test_session.py:104 — test_unknown_required_capability_rejects_before_session_admission</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src/lerobot/remote_inference/client.py:186 RemoteClient.admit</a:t>
            </a:r>
          </a:p>
          <a:p xmlns:a="http://schemas.openxmlformats.org/drawingml/2006/main">
            <a:r>
              <a:t>    def admit(</a:t>
            </a:r>
          </a:p>
          <a:p xmlns:a="http://schemas.openxmlformats.org/drawingml/2006/main">
            <a:r>
              <a:t>        self,</a:t>
            </a:r>
          </a:p>
          <a:p xmlns:a="http://schemas.openxmlformats.org/drawingml/2006/main">
            <a:r>
              <a:t>        *,</a:t>
            </a:r>
          </a:p>
          <a:p xmlns:a="http://schemas.openxmlformats.org/drawingml/2006/main">
            <a:r>
              <a:t>        features: tuple[FeatureSpec, ...],</a:t>
            </a:r>
          </a:p>
          <a:p xmlns:a="http://schemas.openxmlformats.org/drawingml/2006/main">
            <a:r>
              <a:t>        action_feature: FeatureSpec,</a:t>
            </a:r>
          </a:p>
          <a:p xmlns:a="http://schemas.openxmlformats.org/drawingml/2006/main">
            <a:r>
              <a:t>        semantics: str,</a:t>
            </a:r>
          </a:p>
          <a:p xmlns:a="http://schemas.openxmlformats.org/drawingml/2006/main">
            <a:r>
              <a:t>        action_interval: float,</a:t>
            </a:r>
          </a:p>
          <a:p xmlns:a="http://schemas.openxmlformats.org/drawingml/2006/main">
            <a:r>
              <a:t>        mode: str,</a:t>
            </a:r>
          </a:p>
          <a:p xmlns:a="http://schemas.openxmlformats.org/drawingml/2006/main">
            <a:r>
              <a:t>    ) -&gt; None:</a:t>
            </a:r>
          </a:p>
          <a:p xmlns:a="http://schemas.openxmlformats.org/drawingml/2006/main">
            <a:r>
              <a:t>        """Validate the robot contract and acquire one exclusive session."""</a:t>
            </a:r>
          </a:p>
          <a:p xmlns:a="http://schemas.openxmlformats.org/drawingml/2006/main">
            <a:r>
              <a:t>        caps = self.capabilities</a:t>
            </a:r>
          </a:p>
          <a:p xmlns:a="http://schemas.openxmlformats.org/drawingml/2006/main">
            <a:r>
              <a:t>        if (</a:t>
            </a:r>
          </a:p>
          <a:p xmlns:a="http://schemas.openxmlformats.org/drawingml/2006/main">
            <a:r>
              <a:t>            features != caps.features</a:t>
            </a:r>
          </a:p>
          <a:p xmlns:a="http://schemas.openxmlformats.org/drawingml/2006/main">
            <a:r>
              <a:t>            or action_feature != caps.action_feature</a:t>
            </a:r>
          </a:p>
          <a:p xmlns:a="http://schemas.openxmlformats.org/drawingml/2006/main">
            <a:r>
              <a:t>            or semantics != self.descriptor["semantics"]</a:t>
            </a:r>
          </a:p>
          <a:p xmlns:a="http://schemas.openxmlformats.org/drawingml/2006/main">
            <a:r>
              <a:t>            or not math.isclose(action_interval, caps.action_interval, rel_tol=1e-6)</a:t>
            </a:r>
          </a:p>
          <a:p xmlns:a="http://schemas.openxmlformats.org/drawingml/2006/main">
            <a:r>
              <a:t>            or ExecutionMode(mode) not in caps.modes</a:t>
            </a:r>
          </a:p>
          <a:p xmlns:a="http://schemas.openxmlformats.org/drawingml/2006/main">
            <a:r>
              <a:t>        ):</a:t>
            </a:r>
          </a:p>
          <a:p xmlns:a="http://schemas.openxmlformats.org/drawingml/2006/main">
            <a:r>
              <a:t>            raise ProtocolError(ErrorCode.INCOMPATIBLE, "Robot features, conventions, cadence or mode differ")</a:t>
            </a:r>
          </a:p>
          <a:p xmlns:a="http://schemas.openxmlformats.org/drawingml/2006/main">
            <a:r>
              <a:t>        required = required_chunk_capabilities(self.chunk_settings)</a:t>
            </a:r>
          </a:p>
          <a:p xmlns:a="http://schemas.openxmlformats.org/drawingml/2006/main">
            <a:r>
              <a:t>        if required:</a:t>
            </a:r>
          </a:p>
          <a:p xmlns:a="http://schemas.openxmlformats.org/drawingml/2006/main">
            <a:r>
              <a:t>            if mode != ExecutionMode.CHUNK:</a:t>
            </a:r>
          </a:p>
          <a:p xmlns:a="http://schemas.openxmlformats.org/drawingml/2006/main">
            <a:r>
              <a:t>                raise ProtocolError(ErrorCode.INCOMPATIBLE, "Aligned merge requires chunk execution")</a:t>
            </a:r>
          </a:p>
          <a:p xmlns:a="http://schemas.openxmlformats.org/drawingml/2006/main">
            <a:r>
              <a:t>            advertised = self.descriptor.get("execution_contracts", [])</a:t>
            </a:r>
          </a:p>
          <a:p xmlns:a="http://schemas.openxmlformats.org/drawingml/2006/main">
            <a:r>
              <a:t>            if not isinstance(advertised, list) or any(name not in advertised for name in required):</a:t>
            </a:r>
          </a:p>
          <a:p xmlns:a="http://schemas.openxmlformats.org/drawingml/2006/main">
            <a:r>
              <a:t>                raise ProtocolError(</a:t>
            </a:r>
          </a:p>
          <a:p xmlns:a="http://schemas.openxmlformats.org/drawingml/2006/main">
            <a:r>
              <a:t>                    ErrorCode.UNSUPPORTED,</a:t>
            </a:r>
          </a:p>
          <a:p xmlns:a="http://schemas.openxmlformats.org/drawingml/2006/main">
            <a:r>
              <a:t>                    "Server does not support the requested chunk alignment/blending contract; update the server",</a:t>
            </a:r>
          </a:p>
          <a:p xmlns:a="http://schemas.openxmlformats.org/drawingml/2006/main">
            <a:r>
              <a:t>                )</a:t>
            </a:r>
          </a:p>
          <a:p xmlns:a="http://schemas.openxmlformats.org/drawingml/2006/main">
            <a:r>
              <a:t>            try:</a:t>
            </a:r>
          </a:p>
          <a:p xmlns:a="http://schemas.openxmlformats.org/drawingml/2006/main">
            <a:r>
              <a:t>                self.blend_indices = validate_chunk_contract(</a:t>
            </a:r>
          </a:p>
          <a:p xmlns:a="http://schemas.openxmlformats.org/drawingml/2006/main">
            <a:r>
              <a:t>                    self.chunk_settings, caps, self.descriptor.get("blendable_components", [])</a:t>
            </a:r>
          </a:p>
          <a:p xmlns:a="http://schemas.openxmlformats.org/drawingml/2006/main">
            <a:r>
              <a:t>[Excerpt continues in the source file.]</a:t>
            </a:r>
          </a:p>
          <a:p xmlns:a="http://schemas.openxmlformats.org/drawingml/2006/main">
            <a:r>
              <a:t/>
            </a:r>
          </a:p>
          <a:p xmlns:a="http://schemas.openxmlformats.org/drawingml/2006/main">
            <a:r>
              <a:t>src/lerobot/remote_inference/server.py:338 SessionWorker._validate_open</a:t>
            </a:r>
          </a:p>
          <a:p xmlns:a="http://schemas.openxmlformats.org/drawingml/2006/main">
            <a:r>
              <a:t>    def _validate_open(self, body: dict[str, Any]) -&gt; None:</a:t>
            </a:r>
          </a:p>
          <a:p xmlns:a="http://schemas.openxmlformats.org/drawingml/2006/main">
            <a:r>
              <a:t>        caps = self.runner.capabilities</a:t>
            </a:r>
          </a:p>
          <a:p xmlns:a="http://schemas.openxmlformats.org/drawingml/2006/main">
            <a:r>
              <a:t>        required = body.get("required_capabilities", [])</a:t>
            </a:r>
          </a:p>
          <a:p xmlns:a="http://schemas.openxmlformats.org/drawingml/2006/main">
            <a:r>
              <a:t>        if not isinstance(required, list) or any(</a:t>
            </a:r>
          </a:p>
          <a:p xmlns:a="http://schemas.openxmlformats.org/drawingml/2006/main">
            <a:r>
              <a:t>            not isinstance(name, str) or name not in self.execution_contracts for name in required</a:t>
            </a:r>
          </a:p>
          <a:p xmlns:a="http://schemas.openxmlformats.org/drawingml/2006/main">
            <a:r>
              <a:t>        ):</a:t>
            </a:r>
          </a:p>
          <a:p xmlns:a="http://schemas.openxmlformats.org/drawingml/2006/main">
            <a:r>
              <a:t>            raise ProtocolError(ErrorCode.UNSUPPORTED, "Unknown required protocol capabilities")</a:t>
            </a:r>
          </a:p>
          <a:p xmlns:a="http://schemas.openxmlformats.org/drawingml/2006/main">
            <a:r>
              <a:t>        settings = body.get("chunk_settings", chunk_settings("append", 0, 0.5, []))</a:t>
            </a:r>
          </a:p>
          <a:p xmlns:a="http://schemas.openxmlformats.org/drawingml/2006/main">
            <a:r>
              <a:t>        try:</a:t>
            </a:r>
          </a:p>
          <a:p xmlns:a="http://schemas.openxmlformats.org/drawingml/2006/main">
            <a:r>
              <a:t>            validate_chunk_contract(settings, caps, self.blendable_components)</a:t>
            </a:r>
          </a:p>
          <a:p xmlns:a="http://schemas.openxmlformats.org/drawingml/2006/main">
            <a:r>
              <a:t>        except ValueError as exc:</a:t>
            </a:r>
          </a:p>
          <a:p xmlns:a="http://schemas.openxmlformats.org/drawingml/2006/main">
            <a:r>
              <a:t>            raise ProtocolError(ErrorCode.INCOMPATIBLE, str(exc)) from exc</a:t>
            </a:r>
          </a:p>
          <a:p xmlns:a="http://schemas.openxmlformats.org/drawingml/2006/main">
            <a:r>
              <a:t>        if required != required_chunk_capabilities(settings):</a:t>
            </a:r>
          </a:p>
          <a:p xmlns:a="http://schemas.openxmlformats.org/drawingml/2006/main">
            <a:r>
              <a:t>            raise ProtocolError(ErrorCode.INCOMPATIBLE, "Required capabilities differ from chunk_settings")</a:t>
            </a:r>
          </a:p>
          <a:p xmlns:a="http://schemas.openxmlformats.org/drawingml/2006/main">
            <a:r>
              <a:t>        if settings["chunk_merge"] == "aligned" and body.get("mode") != ExecutionMode.CHUNK:</a:t>
            </a:r>
          </a:p>
          <a:p xmlns:a="http://schemas.openxmlformats.org/drawingml/2006/main">
            <a:r>
              <a:t>            raise ProtocolError(ErrorCode.INCOMPATIBLE, "Aligned merge requires chunk execution")</a:t>
            </a:r>
          </a:p>
          <a:p xmlns:a="http://schemas.openxmlformats.org/drawingml/2006/main">
            <a:r>
              <a:t>        if body.get("expected_artifact") not in (None, self.artifact_identity):</a:t>
            </a:r>
          </a:p>
          <a:p xmlns:a="http://schemas.openxmlformats.org/drawingml/2006/main">
            <a:r>
              <a:t>            raise ProtocolError(ErrorCode.INCOMPATIBLE, "Deployed artifact identity differs")</a:t>
            </a:r>
          </a:p>
          <a:p xmlns:a="http://schemas.openxmlformats.org/drawingml/2006/main">
            <a:r>
              <a:t>        if body.get("semantics") != self.semantics:</a:t>
            </a:r>
          </a:p>
          <a:p xmlns:a="http://schemas.openxmlformats.org/drawingml/2006/main">
            <a:r>
              <a:t>            raise ProtocolError(ErrorCode.INCOMPATIBLE, "Robot/action semantic profile differs")</a:t>
            </a:r>
          </a:p>
          <a:p xmlns:a="http://schemas.openxmlformats.org/drawingml/2006/main">
            <a:r>
              <a:t>        if ExecutionMode(body["mode"]) not in caps.modes:</a:t>
            </a:r>
          </a:p>
          <a:p xmlns:a="http://schemas.openxmlformats.org/drawingml/2006/main">
            <a:r>
              <a:t>            raise ProtocolError(ErrorCode.UNSUPPORTED, "Requested execution mode is unavailable")</a:t>
            </a:r>
          </a:p>
          <a:p xmlns:a="http://schemas.openxmlformats.org/drawingml/2006/main">
            <a:r>
              <a:t>        if not math.isclose(float(body["action_interval"]), caps.action_interval, rel_tol=1e-6):</a:t>
            </a:r>
          </a:p>
          <a:p xmlns:a="http://schemas.openxmlformats.org/drawingml/2006/main">
            <a:r>
              <a:t>            raise ProtocolError(ErrorCode.INCOMPATIBLE, "Policy action interval differs")</a:t>
            </a:r>
          </a:p>
          <a:p xmlns:a="http://schemas.openxmlformats.org/drawingml/2006/main">
            <a:r>
              <a:t>        features = tuple(FeatureSpec(**value) for value in body["features"])</a:t>
            </a:r>
          </a:p>
          <a:p xmlns:a="http://schemas.openxmlformats.org/drawingml/2006/main">
            <a:r>
              <a:t>        action = FeatureSpec(**body["action_feature"])</a:t>
            </a:r>
          </a:p>
          <a:p xmlns:a="http://schemas.openxmlformats.org/drawingml/2006/main">
            <a:r>
              <a:t>        if features != caps.features or action != caps.action_feature:</a:t>
            </a:r>
          </a:p>
          <a:p xmlns:a="http://schemas.openxmlformats.org/drawingml/2006/main">
            <a:r>
              <a:t>            raise ProtocolError(ErrorCode.INCOMPATIBLE, "Ordered feature schema or semantics differ")</a:t>
            </a:r>
          </a:p>
          <a:p xmlns:a="http://schemas.openxmlformats.org/drawingml/2006/main">
            <a:r>
              <a:t>        if body.get("encoding") not in {"raw", "jpeg"}:</a:t>
            </a:r>
          </a:p>
          <a:p xmlns:a="http://schemas.openxmlformats.org/drawingml/2006/main">
            <a:r>
              <a:t>            raise ProtocolError(ErrorCode.UNSUPPORTED, "Unsupported image encoding")</a:t>
            </a:r>
          </a:p>
          <a:p xmlns:a="http://schemas.openxmlformats.org/drawingml/2006/main">
            <a:r>
              <a:t/>
            </a:r>
          </a:p>
          <a:p xmlns:a="http://schemas.openxmlformats.org/drawingml/2006/main">
            <a:r>
              <a:t>tests/remote_inference/test_session.py:104 test_unknown_required_capability_rejects_before_session_admission</a:t>
            </a:r>
          </a:p>
          <a:p xmlns:a="http://schemas.openxmlformats.org/drawingml/2006/main">
            <a:r>
              <a:t>def test_unknown_required_capability_rejects_before_session_admission(worker):</a:t>
            </a:r>
          </a:p>
          <a:p xmlns:a="http://schemas.openxmlformats.org/drawingml/2006/main">
            <a:r>
              <a:t>    request = open_request(worker)</a:t>
            </a:r>
          </a:p>
          <a:p xmlns:a="http://schemas.openxmlformats.org/drawingml/2006/main">
            <a:r>
              <a:t>    request.body["required_capabilities"] = ["future-observation-history"]</a:t>
            </a:r>
          </a:p>
          <a:p xmlns:a="http://schemas.openxmlformats.org/drawingml/2006/main">
            <a:r>
              <a:t>    assert_error(worker.submit(request).result(2), ErrorCode.UNSUPPORTED)</a:t>
            </a:r>
          </a:p>
          <a:p xmlns:a="http://schemas.openxmlformats.org/drawingml/2006/main">
            <a:r>
              <a:t>    assert worker.session_id is None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strategy reads raw hardware on every motor tick; processing and notification are gated to policy-endpoint boundaries. With interpolation enabled, intermediate motor ticks reuse processed observations; they do not manufacture new policy snapshots.</a:t>
            </a:r>
          </a:p>
          <a:p xmlns:a="http://schemas.openxmlformats.org/drawingml/2006/main">
            <a:r>
              <a:t/>
            </a:r>
          </a:p>
          <a:p xmlns:a="http://schemas.openxmlformats.org/drawingml/2006/main">
            <a:r>
              <a:t>notify_observation constructs an owned ObservationSnapshot and anchors it to the runtime cursor. send_next_action handles the interpolator. It asks for a new canonical endpoint only when needed, checks permission again around dispatch, then processes and sends the local command.</a:t>
            </a:r>
          </a:p>
          <a:p xmlns:a="http://schemas.openxmlformats.org/drawingml/2006/main">
            <a:r>
              <a:t/>
            </a:r>
          </a:p>
          <a:p xmlns:a="http://schemas.openxmlformats.org/drawingml/2006/main">
            <a:r>
              <a:t>A control tick can continue while RemoteClient.infer waits elsewhere. This is not a hard-real-time guarantee: synchronous hardware reads, camera waits and local processing can still delay a tick. Revoking dispatch also clears the interpolator, so an already cached intermediate command cannot keep moving after a hold or fault.</a:t>
            </a:r>
          </a:p>
          <a:p xmlns:a="http://schemas.openxmlformats.org/drawingml/2006/main">
            <a:r>
              <a:t/>
            </a:r>
          </a:p>
          <a:p xmlns:a="http://schemas.openxmlformats.org/drawingml/2006/main">
            <a:r>
              <a:t>Review question: Is checking permission only when popping a chunk sufficient?</a:t>
            </a:r>
          </a:p>
          <a:p xmlns:a="http://schemas.openxmlformats.org/drawingml/2006/main">
            <a:r>
              <a:t>Answer: No. Interpolation can emit more motor commands without another pop, so permission must be checked on every dispatch tick.</a:t>
            </a:r>
          </a:p>
          <a:p xmlns:a="http://schemas.openxmlformats.org/drawingml/2006/main">
            <a:r>
              <a:t/>
            </a:r>
          </a:p>
          <a:p xmlns:a="http://schemas.openxmlformats.org/drawingml/2006/main">
            <a:r>
              <a:t>Sources at c73a3f0403046f669326ca896755b00cbef415fa:</a:t>
            </a:r>
          </a:p>
          <a:p xmlns:a="http://schemas.openxmlformats.org/drawingml/2006/main">
            <a:r>
              <a:t>src/lerobot/rollout/strategies/core.py:171 — RolloutStrategy._process_observation_and_notify</a:t>
            </a:r>
          </a:p>
          <a:p xmlns:a="http://schemas.openxmlformats.org/drawingml/2006/main">
            <a:r>
              <a:t>src/lerobot/rollout/strategies/core.py:443 — send_next_action</a:t>
            </a:r>
          </a:p>
          <a:p xmlns:a="http://schemas.openxmlformats.org/drawingml/2006/main">
            <a:r>
              <a:t>src/lerobot/rollout/inference/remote.py:245 — RemoteInferenceEngine.notify_observation</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src/lerobot/rollout/strategies/core.py:171 RolloutStrategy._process_observation_and_notify</a:t>
            </a:r>
          </a:p>
          <a:p xmlns:a="http://schemas.openxmlformats.org/drawingml/2006/main">
            <a:r>
              <a:t>    def _process_observation_and_notify(</a:t>
            </a:r>
          </a:p>
          <a:p xmlns:a="http://schemas.openxmlformats.org/drawingml/2006/main">
            <a:r>
              <a:t>        self, processors: ProcessorContext, obs_raw: RobotObservation</a:t>
            </a:r>
          </a:p>
          <a:p xmlns:a="http://schemas.openxmlformats.org/drawingml/2006/main">
            <a:r>
              <a:t>    ) -&gt; RobotObservation:</a:t>
            </a:r>
          </a:p>
          <a:p xmlns:a="http://schemas.openxmlformats.org/drawingml/2006/main">
            <a:r>
              <a:t>        """Run the observation processor and notify the engine — throttled to policy ticks.</a:t>
            </a:r>
          </a:p>
          <a:p xmlns:a="http://schemas.openxmlformats.org/drawingml/2006/main">
            <a:r>
              <a:t/>
            </a:r>
          </a:p>
          <a:p xmlns:a="http://schemas.openxmlformats.org/drawingml/2006/main">
            <a:r>
              <a:t>        Callers are responsible for calling ``robot.get_observation()`` every loop</a:t>
            </a:r>
          </a:p>
          <a:p xmlns:a="http://schemas.openxmlformats.org/drawingml/2006/main">
            <a:r>
              <a:t>        iteration so ``obs_raw`` stays fresh for the action post-processor.  This</a:t>
            </a:r>
          </a:p>
          <a:p xmlns:a="http://schemas.openxmlformats.org/drawingml/2006/main">
            <a:r>
              <a:t>        helper gates only the comparatively expensive bits — the processor pipeline</a:t>
            </a:r>
          </a:p>
          <a:p xmlns:a="http://schemas.openxmlformats.org/drawingml/2006/main">
            <a:r>
              <a:t>        and ``engine.notify_observation`` — to fire when the interpolator signals</a:t>
            </a:r>
          </a:p>
          <a:p xmlns:a="http://schemas.openxmlformats.org/drawingml/2006/main">
            <a:r>
              <a:t>        it needs a new action (once per ``interpolation_multiplier`` ticks).  On</a:t>
            </a:r>
          </a:p>
          <a:p xmlns:a="http://schemas.openxmlformats.org/drawingml/2006/main">
            <a:r>
              <a:t>        interpolated ticks the cached ``obs_processed`` is reused.</a:t>
            </a:r>
          </a:p>
          <a:p xmlns:a="http://schemas.openxmlformats.org/drawingml/2006/main">
            <a:r>
              <a:t/>
            </a:r>
          </a:p>
          <a:p xmlns:a="http://schemas.openxmlformats.org/drawingml/2006/main">
            <a:r>
              <a:t>        With ``interpolation_multiplier == 1`` this is equivalent to the unthrottled</a:t>
            </a:r>
          </a:p>
          <a:p xmlns:a="http://schemas.openxmlformats.org/drawingml/2006/main">
            <a:r>
              <a:t>        path: ``needs_new_action()`` is True every tick.</a:t>
            </a:r>
          </a:p>
          <a:p xmlns:a="http://schemas.openxmlformats.org/drawingml/2006/main">
            <a:r>
              <a:t/>
            </a:r>
          </a:p>
          <a:p xmlns:a="http://schemas.openxmlformats.org/drawingml/2006/main">
            <a:r>
              <a:t>        The cache is implicitly invalidated whenever ``interpolator.reset()`` is</a:t>
            </a:r>
          </a:p>
          <a:p xmlns:a="http://schemas.openxmlformats.org/drawingml/2006/main">
            <a:r>
              <a:t>        called (warmup completion, DAgger phase transitions back to AUTONOMOUS),</a:t>
            </a:r>
          </a:p>
          <a:p xmlns:a="http://schemas.openxmlformats.org/drawingml/2006/main">
            <a:r>
              <a:t>        because reset makes ``needs_new_action()`` return True on the next call.</a:t>
            </a:r>
          </a:p>
          <a:p xmlns:a="http://schemas.openxmlformats.org/drawingml/2006/main">
            <a:r>
              <a:t>        """</a:t>
            </a:r>
          </a:p>
          <a:p xmlns:a="http://schemas.openxmlformats.org/drawingml/2006/main">
            <a:r>
              <a:t>        if self._cached_obs_processed is None or self._require_interpolator().needs_new_action():</a:t>
            </a:r>
          </a:p>
          <a:p xmlns:a="http://schemas.openxmlformats.org/drawingml/2006/main">
            <a:r>
              <a:t>            obs_processed = processors.robot_observation_processor(obs_raw)</a:t>
            </a:r>
          </a:p>
          <a:p xmlns:a="http://schemas.openxmlformats.org/drawingml/2006/main">
            <a:r>
              <a:t>            self._require_engine().notify_observation(obs_processed)</a:t>
            </a:r>
          </a:p>
          <a:p xmlns:a="http://schemas.openxmlformats.org/drawingml/2006/main">
            <a:r>
              <a:t>            self._cached_obs_processed = obs_processed</a:t>
            </a:r>
          </a:p>
          <a:p xmlns:a="http://schemas.openxmlformats.org/drawingml/2006/main">
            <a:r>
              <a:t>        return self._cached_obs_processed</a:t>
            </a:r>
          </a:p>
          <a:p xmlns:a="http://schemas.openxmlformats.org/drawingml/2006/main">
            <a:r>
              <a:t/>
            </a:r>
          </a:p>
          <a:p xmlns:a="http://schemas.openxmlformats.org/drawingml/2006/main">
            <a:r>
              <a:t>src/lerobot/rollout/strategies/core.py:443 send_next_action</a:t>
            </a:r>
          </a:p>
          <a:p xmlns:a="http://schemas.openxmlformats.org/drawingml/2006/main">
            <a:r>
              <a:t>def send_next_action(</a:t>
            </a:r>
          </a:p>
          <a:p xmlns:a="http://schemas.openxmlformats.org/drawingml/2006/main">
            <a:r>
              <a:t>    obs_processed: dict,</a:t>
            </a:r>
          </a:p>
          <a:p xmlns:a="http://schemas.openxmlformats.org/drawingml/2006/main">
            <a:r>
              <a:t>    obs_raw: dict,</a:t>
            </a:r>
          </a:p>
          <a:p xmlns:a="http://schemas.openxmlformats.org/drawingml/2006/main">
            <a:r>
              <a:t>    ctx: RolloutContext,</a:t>
            </a:r>
          </a:p>
          <a:p xmlns:a="http://schemas.openxmlformats.org/drawingml/2006/main">
            <a:r>
              <a:t>    interpolator: ActionInterpolator,</a:t>
            </a:r>
          </a:p>
          <a:p xmlns:a="http://schemas.openxmlformats.org/drawingml/2006/main">
            <a:r>
              <a:t>    timer: CycleTimer | None = None,</a:t>
            </a:r>
          </a:p>
          <a:p xmlns:a="http://schemas.openxmlformats.org/drawingml/2006/main">
            <a:r>
              <a:t>) -&gt; dict | None:</a:t>
            </a:r>
          </a:p>
          <a:p xmlns:a="http://schemas.openxmlformats.org/drawingml/2006/main">
            <a:r>
              <a:t>    """Dispatch the next action to the robot.</a:t>
            </a:r>
          </a:p>
          <a:p xmlns:a="http://schemas.openxmlformats.org/drawingml/2006/main">
            <a:r>
              <a:t/>
            </a:r>
          </a:p>
          <a:p xmlns:a="http://schemas.openxmlformats.org/drawingml/2006/main">
            <a:r>
              <a:t>    Pulls the next action tensor from the inference engine, feeds the</a:t>
            </a:r>
          </a:p>
          <a:p xmlns:a="http://schemas.openxmlformats.org/drawingml/2006/main">
            <a:r>
              <a:t>    interpolator, and sends the interpolated action through the</a:t>
            </a:r>
          </a:p>
          <a:p xmlns:a="http://schemas.openxmlformats.org/drawingml/2006/main">
            <a:r>
              <a:t>    ``robot_action_processor`` to the robot.  Works identically for</a:t>
            </a:r>
          </a:p>
          <a:p xmlns:a="http://schemas.openxmlformats.org/drawingml/2006/main">
            <a:r>
              <a:t>    sync and async backends — the rollout strategy never needs to branch.</a:t>
            </a:r>
          </a:p>
          <a:p xmlns:a="http://schemas.openxmlformats.org/drawingml/2006/main">
            <a:r>
              <a:t/>
            </a:r>
          </a:p>
          <a:p xmlns:a="http://schemas.openxmlformats.org/drawingml/2006/main">
            <a:r>
              <a:t>    When *timer* is given, the engine pull and the robot send are timed as the</a:t>
            </a:r>
          </a:p>
          <a:p xmlns:a="http://schemas.openxmlformats.org/drawingml/2006/main">
            <a:r>
              <a:t>    ``infer`` and ``send`` steps of its cadence summary, and a tick with no action</a:t>
            </a:r>
          </a:p>
          <a:p xmlns:a="http://schemas.openxmlformats.org/drawingml/2006/main">
            <a:r>
              <a:t>    to send is counted there.  Note that on async backends ``infer`` is only a</a:t>
            </a:r>
          </a:p>
          <a:p xmlns:a="http://schemas.openxmlformats.org/drawingml/2006/main">
            <a:r>
              <a:t>    queue pull — inference runs off-thread, so its latency surfaces as starved</a:t>
            </a:r>
          </a:p>
          <a:p xmlns:a="http://schemas.openxmlformats.org/drawingml/2006/main">
            <a:r>
              <a:t>    ticks rather than as loop-body time.</a:t>
            </a:r>
          </a:p>
          <a:p xmlns:a="http://schemas.openxmlformats.org/drawingml/2006/main">
            <a:r>
              <a:t/>
            </a:r>
          </a:p>
          <a:p xmlns:a="http://schemas.openxmlformats.org/drawingml/2006/main">
            <a:r>
              <a:t>    Returns the action dict that was sent, or ``None`` if no action was</a:t>
            </a:r>
          </a:p>
          <a:p xmlns:a="http://schemas.openxmlformats.org/drawingml/2006/main">
            <a:r>
              <a:t>    ready (e.g. empty async queue, interpolator not yet primed).</a:t>
            </a:r>
          </a:p>
          <a:p xmlns:a="http://schemas.openxmlformats.org/drawingml/2006/main">
            <a:r>
              <a:t>    """</a:t>
            </a:r>
          </a:p>
          <a:p xmlns:a="http://schemas.openxmlformats.org/drawingml/2006/main">
            <a:r>
              <a:t>    engine = ctx.policy.inference</a:t>
            </a:r>
          </a:p>
          <a:p xmlns:a="http://schemas.openxmlformats.org/drawingml/2006/main">
            <a:r>
              <a:t>    engine.begin_control_tick()</a:t>
            </a:r>
          </a:p>
          <a:p xmlns:a="http://schemas.openxmlformats.org/drawingml/2006/main">
            <a:r>
              <a:t>    features = ctx.data.dataset_features</a:t>
            </a:r>
          </a:p>
          <a:p xmlns:a="http://schemas.openxmlformats.org/drawingml/2006/main">
            <a:r>
              <a:t>    ordered_keys = ctx.data.ordered_action_keys</a:t>
            </a:r>
          </a:p>
          <a:p xmlns:a="http://schemas.openxmlformats.org/drawingml/2006/main">
            <a:r>
              <a:t>    # ``nullcontext`` accepts (and ignores) the section name, so it stands in for</a:t>
            </a:r>
          </a:p>
          <a:p xmlns:a="http://schemas.openxmlformats.org/drawingml/2006/main">
            <a:r>
              <a:t>    # ``timer.section`` verbatim when no timer was passed.</a:t>
            </a:r>
          </a:p>
          <a:p xmlns:a="http://schemas.openxmlformats.org/drawingml/2006/main">
            <a:r>
              <a:t>    section = timer.section if timer is not None else contextlib.nullcontext</a:t>
            </a:r>
          </a:p>
          <a:p xmlns:a="http://schemas.openxmlformats.org/drawingml/2006/main">
            <a:r>
              <a:t/>
            </a:r>
          </a:p>
          <a:p xmlns:a="http://schemas.openxmlformats.org/drawingml/2006/main">
            <a:r>
              <a:t>    def dispatch_permitted() -&gt; bool:</a:t>
            </a:r>
          </a:p>
          <a:p xmlns:a="http://schemas.openxmlformats.org/drawingml/2006/main">
            <a:r>
              <a:t>[Excerpt continues in the source file.]</a:t>
            </a:r>
          </a:p>
          <a:p xmlns:a="http://schemas.openxmlformats.org/drawingml/2006/main">
            <a:r>
              <a:t/>
            </a:r>
          </a:p>
          <a:p xmlns:a="http://schemas.openxmlformats.org/drawingml/2006/main">
            <a:r>
              <a:t>src/lerobot/rollout/inference/remote.py:245 RemoteInferenceEngine.notify_observation</a:t>
            </a:r>
          </a:p>
          <a:p xmlns:a="http://schemas.openxmlformats.org/drawingml/2006/main">
            <a:r>
              <a:t>    def notify_observation(self, obs: dict) -&gt; None:</a:t>
            </a:r>
          </a:p>
          <a:p xmlns:a="http://schemas.openxmlformats.org/drawingml/2006/main">
            <a:r>
              <a:t>        sampled = self._robot.observation_time</a:t>
            </a:r>
          </a:p>
          <a:p xmlns:a="http://schemas.openxmlformats.org/drawingml/2006/main">
            <a:r>
              <a:t>        if sampled is None:</a:t>
            </a:r>
          </a:p>
          <a:p xmlns:a="http://schemas.openxmlformats.org/drawingml/2006/main">
            <a:r>
              <a:t>            sampled = time.monotonic()</a:t>
            </a:r>
          </a:p>
          <a:p xmlns:a="http://schemas.openxmlformats.org/drawingml/2006/main">
            <a:r>
              <a:t>        frame = build_dataset_frame(self._features, obs, prefix="observation")</a:t>
            </a:r>
          </a:p>
          <a:p xmlns:a="http://schemas.openxmlformats.org/drawingml/2006/main">
            <a:r>
              <a:t>        mapped = {self._rename_map.get(key, key): value for key, value in frame.items()}</a:t>
            </a:r>
          </a:p>
          <a:p xmlns:a="http://schemas.openxmlformats.org/drawingml/2006/main">
            <a:r>
              <a:t>        if len(mapped) != len(frame):</a:t>
            </a:r>
          </a:p>
          <a:p xmlns:a="http://schemas.openxmlformats.org/drawingml/2006/main">
            <a:r>
              <a:t>            self._fault("Feature mapping contains a collision")</a:t>
            </a:r>
          </a:p>
          <a:p xmlns:a="http://schemas.openxmlformats.org/drawingml/2006/main">
            <a:r>
              <a:t>            return</a:t>
            </a:r>
          </a:p>
          <a:p xmlns:a="http://schemas.openxmlformats.org/drawingml/2006/main">
            <a:r>
              <a:t>        # Mapping is applied once here; server processors require an empty rename map.</a:t>
            </a:r>
          </a:p>
          <a:p xmlns:a="http://schemas.openxmlformats.org/drawingml/2006/main">
            <a:r>
              <a:t>        with self._task_lock:</a:t>
            </a:r>
          </a:p>
          <a:p xmlns:a="http://schemas.openxmlformats.org/drawingml/2006/main">
            <a:r>
              <a:t>            task, version = self._task, self._task_version</a:t>
            </a:r>
          </a:p>
          <a:p xmlns:a="http://schemas.openxmlformats.org/drawingml/2006/main">
            <a:r>
              <a:t>        snapshot = ObservationSnapshot(mapped, sampled, task, version, uuid4().hex)</a:t>
            </a:r>
          </a:p>
          <a:p xmlns:a="http://schemas.openxmlformats.org/drawingml/2006/main">
            <a:r>
              <a:t>        with self._lock:</a:t>
            </a:r>
          </a:p>
          <a:p xmlns:a="http://schemas.openxmlformats.org/drawingml/2006/main">
            <a:r>
              <a:t>            # Sampling and endpoint commits both belong to this control thread;</a:t>
            </a:r>
          </a:p>
          <a:p xmlns:a="http://schemas.openxmlformats.org/drawingml/2006/main">
            <a:r>
              <a:t>            # no pop occurs between the hardware read and this anchor. Workers</a:t>
            </a:r>
          </a:p>
          <a:p xmlns:a="http://schemas.openxmlformats.org/drawingml/2006/main">
            <a:r>
              <a:t>            # may replace the future, but never advance the commitment cursor.</a:t>
            </a:r>
          </a:p>
          <a:p xmlns:a="http://schemas.openxmlformats.org/drawingml/2006/main">
            <a:r>
              <a:t>            if self.config.chunk_merge == "aligned":</a:t>
            </a:r>
          </a:p>
          <a:p xmlns:a="http://schemas.openxmlformats.org/drawingml/2006/main">
            <a:r>
              <a:t>                snapshot = self.runtime.anchor_observation(snapshot)</a:t>
            </a:r>
          </a:p>
          <a:p xmlns:a="http://schemas.openxmlformats.org/drawingml/2006/main">
            <a:r>
              <a:t>            self._observation =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lock protects observation/control/hold coordination, the task lock orders retargets with acceptance, and the runtime lock protects generation, requests and the queue interaction. ActionQueue has its own atomic snapshot/replace operations.</a:t>
            </a:r>
          </a:p>
          <a:p xmlns:a="http://schemas.openxmlformats.org/drawingml/2006/main">
            <a:r>
              <a:t/>
            </a:r>
          </a:p>
          <a:p xmlns:a="http://schemas.openxmlformats.org/drawingml/2006/main">
            <a:r>
              <a:t>The server has bounded callback handoffs and one outstanding inference admission. Control operations can be queued behind a current model call; they do not reset mutable state concurrently with it.</a:t>
            </a:r>
          </a:p>
          <a:p xmlns:a="http://schemas.openxmlformats.org/drawingml/2006/main">
            <a:r>
              <a:t/>
            </a:r>
          </a:p>
          <a:p xmlns:a="http://schemas.openxmlformats.org/drawingml/2006/main">
            <a:r>
              <a:t>When reading a method, identify its calling thread and the lock held before interpreting its assignments. A thread-safe container alone does not establish the ordering between observation capture, commitment and result acceptance.</a:t>
            </a:r>
          </a:p>
          <a:p xmlns:a="http://schemas.openxmlformats.org/drawingml/2006/main">
            <a:r>
              <a:t/>
            </a:r>
          </a:p>
          <a:p xmlns:a="http://schemas.openxmlformats.org/drawingml/2006/main">
            <a:r>
              <a:t>Review question: If inference is slow, should the client save every camera frame for later?</a:t>
            </a:r>
          </a:p>
          <a:p xmlns:a="http://schemas.openxmlformats.org/drawingml/2006/main">
            <a:r>
              <a:t>Answer: No. This current-observation runner keeps the latest waiting snapshot and only one in-flight request. A frame backlog would increase source age.</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src/lerobot/rollout/inference/remote.py:374 — RemoteInferenceEngine._loop</a:t>
            </a:r>
          </a:p>
          <a:p xmlns:a="http://schemas.openxmlformats.org/drawingml/2006/main">
            <a:r>
              <a:t>src/lerobot/remote_inference/server.py:208 — SessionWorker.submit</a:t>
            </a:r>
          </a:p>
          <a:p xmlns:a="http://schemas.openxmlformats.org/drawingml/2006/main">
            <a:r>
              <a:t>src/lerobot/policies/rtc/action_queue.py:127 — ActionQueue.snapshot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src/lerobot/rollout/inference/remote.py:374 RemoteInferenceEngine._loop</a:t>
            </a:r>
          </a:p>
          <a:p xmlns:a="http://schemas.openxmlformats.org/drawingml/2006/main">
            <a:r>
              <a:t>    def _loop(self) -&gt; None:</a:t>
            </a:r>
          </a:p>
          <a:p xmlns:a="http://schemas.openxmlformats.org/drawingml/2006/main">
            <a:r>
              <a:t>        try:</a:t>
            </a:r>
          </a:p>
          <a:p xmlns:a="http://schemas.openxmlformats.org/drawingml/2006/main">
            <a:r>
              <a:t>            while not self._stop_event.is_set() and not self.failed:</a:t>
            </a:r>
          </a:p>
          <a:p xmlns:a="http://schemas.openxmlformats.org/drawingml/2006/main">
            <a:r>
              <a:t>                # Control-thread dispatch only queues bounded diagnostics. Log</a:t>
            </a:r>
          </a:p>
          <a:p xmlns:a="http://schemas.openxmlformats.org/drawingml/2006/main">
            <a:r>
              <a:t>                # from this worker so first-dispatch reporting adds no motor I/O.</a:t>
            </a:r>
          </a:p>
          <a:p xmlns:a="http://schemas.openxmlformats.org/drawingml/2006/main">
            <a:r>
              <a:t>                with self.runtime.lock:</a:t>
            </a:r>
          </a:p>
          <a:p xmlns:a="http://schemas.openxmlformats.org/drawingml/2006/main">
            <a:r>
              <a:t>                    dispatch_events = list(self.runtime.dispatch_events)</a:t>
            </a:r>
          </a:p>
          <a:p xmlns:a="http://schemas.openxmlformats.org/drawingml/2006/main">
            <a:r>
              <a:t>                    self.runtime.dispatch_events.clear()</a:t>
            </a:r>
          </a:p>
          <a:p xmlns:a="http://schemas.openxmlformats.org/drawingml/2006/main">
            <a:r>
              <a:t>                for event in dispatch_events:</a:t>
            </a:r>
          </a:p>
          <a:p xmlns:a="http://schemas.openxmlformats.org/drawingml/2006/main">
            <a:r>
              <a:t>                    self._event("first_dispatch", **event)</a:t>
            </a:r>
          </a:p>
          <a:p xmlns:a="http://schemas.openxmlformats.org/drawingml/2006/main">
            <a:r>
              <a:t>                with self._lock:</a:t>
            </a:r>
          </a:p>
          <a:p xmlns:a="http://schemas.openxmlformats.org/drawingml/2006/main">
            <a:r>
              <a:t>                    control = self._control</a:t>
            </a:r>
          </a:p>
          <a:p xmlns:a="http://schemas.openxmlformats.org/drawingml/2006/main">
            <a:r>
              <a:t>                    observation = self._observation</a:t>
            </a:r>
          </a:p>
          <a:p xmlns:a="http://schemas.openxmlformats.org/drawingml/2006/main">
            <a:r>
              <a:t>                    hold_ready = self._hold_requested and self._hold_acknowledged</a:t>
            </a:r>
          </a:p>
          <a:p xmlns:a="http://schemas.openxmlformats.org/drawingml/2006/main">
            <a:r>
              <a:t>                if control is not None:</a:t>
            </a:r>
          </a:p>
          <a:p xmlns:a="http://schemas.openxmlformats.org/drawingml/2006/main">
            <a:r>
              <a:t>                    # Language invalidation must be acknowledged by the motor thread</a:t>
            </a:r>
          </a:p>
          <a:p xmlns:a="http://schemas.openxmlformats.org/drawingml/2006/main">
            <a:r>
              <a:t>                    # before submitting any server-side generation operation.</a:t>
            </a:r>
          </a:p>
          <a:p xmlns:a="http://schemas.openxmlformats.org/drawingml/2006/main">
            <a:r>
              <a:t>                    if self._hold_requested and not hold_ready:</a:t>
            </a:r>
          </a:p>
          <a:p xmlns:a="http://schemas.openxmlformats.org/drawingml/2006/main">
            <a:r>
              <a:t>                        self._stop_event.wait(0.002)</a:t>
            </a:r>
          </a:p>
          <a:p xmlns:a="http://schemas.openxmlformats.org/drawingml/2006/main">
            <a:r>
              <a:t>                        continue</a:t>
            </a:r>
          </a:p>
          <a:p xmlns:a="http://schemas.openxmlformats.org/drawingml/2006/main">
            <a:r>
              <a:t>                    operation, generation = control</a:t>
            </a:r>
          </a:p>
          <a:p xmlns:a="http://schemas.openxmlformats.org/drawingml/2006/main">
            <a:r>
              <a:t>                    self.client.control(operation, generation)</a:t>
            </a:r>
          </a:p>
          <a:p xmlns:a="http://schemas.openxmlformats.org/drawingml/2006/main">
            <a:r>
              <a:t>                    with self._lock:</a:t>
            </a:r>
          </a:p>
          <a:p xmlns:a="http://schemas.openxmlformats.org/drawingml/2006/main">
            <a:r>
              <a:t>                        if self._control == control:</a:t>
            </a:r>
          </a:p>
          <a:p xmlns:a="http://schemas.openxmlformats.org/drawingml/2006/main">
            <a:r>
              <a:t>                            self._control = None</a:t>
            </a:r>
          </a:p>
          <a:p xmlns:a="http://schemas.openxmlformats.org/drawingml/2006/main">
            <a:r>
              <a:t>                    continue</a:t>
            </a:r>
          </a:p>
          <a:p xmlns:a="http://schemas.openxmlformats.org/drawingml/2006/main">
            <a:r>
              <a:t>                if not self.runtime.active or observation is None:</a:t>
            </a:r>
          </a:p>
          <a:p xmlns:a="http://schemas.openxmlformats.org/drawingml/2006/main">
            <a:r>
              <a:t>                    self.runtime.check_deadlines()</a:t>
            </a:r>
          </a:p>
          <a:p xmlns:a="http://schemas.openxmlformats.org/drawingml/2006/main">
            <a:r>
              <a:t>                    self._stop_event.wait(0.002)</a:t>
            </a:r>
          </a:p>
          <a:p xmlns:a="http://schemas.openxmlformats.org/drawingml/2006/main">
            <a:r>
              <a:t>                    continue</a:t>
            </a:r>
          </a:p>
          <a:p xmlns:a="http://schemas.openxmlformats.org/drawingml/2006/main">
            <a:r>
              <a:t>                if hold_ready:</a:t>
            </a:r>
          </a:p>
          <a:p xmlns:a="http://schemas.openxmlformats.org/drawingml/2006/main">
            <a:r>
              <a:t>                    with self._lock:</a:t>
            </a:r>
          </a:p>
          <a:p xmlns:a="http://schemas.openxmlformats.org/drawingml/2006/main">
            <a:r>
              <a:t>[Excerpt continues in the source file.]</a:t>
            </a:r>
          </a:p>
          <a:p xmlns:a="http://schemas.openxmlformats.org/drawingml/2006/main">
            <a:r>
              <a:t/>
            </a:r>
          </a:p>
          <a:p xmlns:a="http://schemas.openxmlformats.org/drawingml/2006/main">
            <a:r>
              <a:t>src/lerobot/remote_inference/server.py:208 SessionWorker.submit</a:t>
            </a:r>
          </a:p>
          <a:p xmlns:a="http://schemas.openxmlformats.org/drawingml/2006/main">
            <a:r>
              <a:t>    def submit(self, message: Envelope) -&gt; Future[Envelope]:</a:t>
            </a:r>
          </a:p>
          <a:p xmlns:a="http://schemas.openxmlformats.org/drawingml/2006/main">
            <a:r>
              <a:t>        """Validate and enqueue work without running policy code on the caller's thread."""</a:t>
            </a:r>
          </a:p>
          <a:p xmlns:a="http://schemas.openxmlformats.org/drawingml/2006/main">
            <a:r>
              <a:t>        future: Future[Envelope] = Future()</a:t>
            </a:r>
          </a:p>
          <a:p xmlns:a="http://schemas.openxmlformats.org/drawingml/2006/main">
            <a:r>
              <a:t>        with self._lock:</a:t>
            </a:r>
          </a:p>
          <a:p xmlns:a="http://schemas.openxmlformats.org/drawingml/2006/main">
            <a:r>
              <a:t>            try:</a:t>
            </a:r>
          </a:p>
          <a:p xmlns:a="http://schemas.openxmlformats.org/drawingml/2006/main">
            <a:r>
              <a:t>                if message.message_type is MessageType.DESCRIBE:</a:t>
            </a:r>
          </a:p>
          <a:p xmlns:a="http://schemas.openxmlformats.org/drawingml/2006/main">
            <a:r>
              <a:t>                    future.set_result(</a:t>
            </a:r>
          </a:p>
          <a:p xmlns:a="http://schemas.openxmlformats.org/drawingml/2006/main">
            <a:r>
              <a:t>                        Envelope(</a:t>
            </a:r>
          </a:p>
          <a:p xmlns:a="http://schemas.openxmlformats.org/drawingml/2006/main">
            <a:r>
              <a:t>                            MessageType.DESCRIPTOR,</a:t>
            </a:r>
          </a:p>
          <a:p xmlns:a="http://schemas.openxmlformats.org/drawingml/2006/main">
            <a:r>
              <a:t>                            self.instance_id,</a:t>
            </a:r>
          </a:p>
          <a:p xmlns:a="http://schemas.openxmlformats.org/drawingml/2006/main">
            <a:r>
              <a:t>                            request_id=message.request_id,</a:t>
            </a:r>
          </a:p>
          <a:p xmlns:a="http://schemas.openxmlformats.org/drawingml/2006/main">
            <a:r>
              <a:t>                            body=self._descriptor_locked(),</a:t>
            </a:r>
          </a:p>
          <a:p xmlns:a="http://schemas.openxmlformats.org/drawingml/2006/main">
            <a:r>
              <a:t>                        )</a:t>
            </a:r>
          </a:p>
          <a:p xmlns:a="http://schemas.openxmlformats.org/drawingml/2006/main">
            <a:r>
              <a:t>                    )</a:t>
            </a:r>
          </a:p>
          <a:p xmlns:a="http://schemas.openxmlformats.org/drawingml/2006/main">
            <a:r>
              <a:t>                    return future</a:t>
            </a:r>
          </a:p>
          <a:p xmlns:a="http://schemas.openxmlformats.org/drawingml/2006/main">
            <a:r>
              <a:t>                if message.instance_id != self.instance_id:</a:t>
            </a:r>
          </a:p>
          <a:p xmlns:a="http://schemas.openxmlformats.org/drawingml/2006/main">
            <a:r>
              <a:t>                    raise ProtocolError(ErrorCode.STALE, "Server instance does not match")</a:t>
            </a:r>
          </a:p>
          <a:p xmlns:a="http://schemas.openxmlformats.org/drawingml/2006/main">
            <a:r>
              <a:t>                if message.message_type is MessageType.OPEN:</a:t>
            </a:r>
          </a:p>
          <a:p xmlns:a="http://schemas.openxmlformats.org/drawingml/2006/main">
            <a:r>
              <a:t>                    if not message.request_id:</a:t>
            </a:r>
          </a:p>
          <a:p xmlns:a="http://schemas.openxmlformats.org/drawingml/2006/main">
            <a:r>
              <a:t>                        raise ProtocolError(ErrorCode.MALFORMED, "Open operation ID is required")</a:t>
            </a:r>
          </a:p>
          <a:p xmlns:a="http://schemas.openxmlformats.org/drawingml/2006/main">
            <a:r>
              <a:t>                    if message.request_id in self._opens:</a:t>
            </a:r>
          </a:p>
          <a:p xmlns:a="http://schemas.openxmlformats.org/drawingml/2006/main">
            <a:r>
              <a:t>                        return self._opens[message.request_id]</a:t>
            </a:r>
          </a:p>
          <a:p xmlns:a="http://schemas.openxmlformats.org/drawingml/2006/main">
            <a:r>
              <a:t>                    if self._session is not None:</a:t>
            </a:r>
          </a:p>
          <a:p xmlns:a="http://schemas.openxmlformats.org/drawingml/2006/main">
            <a:r>
              <a:t>                        state = self._session_diagnostics_locked()</a:t>
            </a:r>
          </a:p>
          <a:p xmlns:a="http://schemas.openxmlformats.org/drawingml/2006/main">
            <a:r>
              <a:t>                        detail = (</a:t>
            </a:r>
          </a:p>
          <a:p xmlns:a="http://schemas.openxmlformats.org/drawingml/2006/main">
            <a:r>
              <a:t>                            f"Deployment owned by session={state['owner']}; "</a:t>
            </a:r>
          </a:p>
          <a:p xmlns:a="http://schemas.openxmlformats.org/drawingml/2006/main">
            <a:r>
              <a:t>                            f"admission_blocker={state['admission_blocker']} "</a:t>
            </a:r>
          </a:p>
          <a:p xmlns:a="http://schemas.openxmlformats.org/drawingml/2006/main">
            <a:r>
              <a:t>                            f"client_present={state['client_present']} "</a:t>
            </a:r>
          </a:p>
          <a:p xmlns:a="http://schemas.openxmlformats.org/drawingml/2006/main">
            <a:r>
              <a:t>                            f"absence_grace_remaining_s={state['absence_grace_remaining_s']} "</a:t>
            </a:r>
          </a:p>
          <a:p xmlns:a="http://schemas.openxmlformats.org/drawingml/2006/main">
            <a:r>
              <a:t>                            f"cleanup_pending={state['cleanup_pending']} "</a:t>
            </a:r>
          </a:p>
          <a:p xmlns:a="http://schemas.openxmlformats.org/drawingml/2006/main">
            <a:r>
              <a:t>                            f"inference_pending={state['inference_pending']}. "</a:t>
            </a:r>
          </a:p>
          <a:p xmlns:a="http://schemas.openxmlformats.org/drawingml/2006/main">
            <a:r>
              <a:t>                            "A new session requires the previous owner's close/reset to finish; "</a:t>
            </a:r>
          </a:p>
          <a:p xmlns:a="http://schemas.openxmlformats.org/drawingml/2006/main">
            <a:r>
              <a:t>[Excerpt continues in the source file.]</a:t>
            </a:r>
          </a:p>
          <a:p xmlns:a="http://schemas.openxmlformats.org/drawingml/2006/main">
            <a:r>
              <a:t/>
            </a:r>
          </a:p>
          <a:p xmlns:a="http://schemas.openxmlformats.org/drawingml/2006/main">
            <a:r>
              <a:t>src/lerobot/policies/rtc/action_queue.py:127 ActionQueue.snapshot</a:t>
            </a:r>
          </a:p>
          <a:p xmlns:a="http://schemas.openxmlformats.org/drawingml/2006/main">
            <a:r>
              <a:t>    def snapshot(self) -&gt; QueueSnapshot:</a:t>
            </a:r>
          </a:p>
          <a:p xmlns:a="http://schemas.openxmlformats.org/drawingml/2006/main">
            <a:r>
              <a:t>        """Copy cursor, both continuations and their provenance under one lock."""</a:t>
            </a:r>
          </a:p>
          <a:p xmlns:a="http://schemas.openxmlformats.org/drawingml/2006/main">
            <a:r>
              <a:t>        with self.lock:</a:t>
            </a:r>
          </a:p>
          <a:p xmlns:a="http://schemas.openxmlformats.org/drawingml/2006/main">
            <a:r>
              <a:t>            return QueueSnapshot(</a:t>
            </a:r>
          </a:p>
          <a:p xmlns:a="http://schemas.openxmlformats.org/drawingml/2006/main">
            <a:r>
              <a:t>                generation=self._generation,</a:t>
            </a:r>
          </a:p>
          <a:p xmlns:a="http://schemas.openxmlformats.org/drawingml/2006/main">
            <a:r>
              <a:t>                cursor=self._cursor,</a:t>
            </a:r>
          </a:p>
          <a:p xmlns:a="http://schemas.openxmlformats.org/drawingml/2006/main">
            <a:r>
              <a:t>                index=self.last_index,</a:t>
            </a:r>
          </a:p>
          <a:p xmlns:a="http://schemas.openxmlformats.org/drawingml/2006/main">
            <a:r>
              <a:t>                model_actions=None</a:t>
            </a:r>
          </a:p>
          <a:p xmlns:a="http://schemas.openxmlformats.org/drawingml/2006/main">
            <a:r>
              <a:t>                if self.original_queue is None</a:t>
            </a:r>
          </a:p>
          <a:p xmlns:a="http://schemas.openxmlformats.org/drawingml/2006/main">
            <a:r>
              <a:t>                else self.original_queue[self.last_index :].clone(),</a:t>
            </a:r>
          </a:p>
          <a:p xmlns:a="http://schemas.openxmlformats.org/drawingml/2006/main">
            <a:r>
              <a:t>                canonical_actions=None if self.queue is None else self.queue[self.last_index :].clone(),</a:t>
            </a:r>
          </a:p>
          <a:p xmlns:a="http://schemas.openxmlformats.org/drawingml/2006/main">
            <a:r>
              <a:t>                provenance=tuple(self._provenance_queue[self.last_index :]),</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RemoteClient.infer constructs an observation request, including the RTC continuation when required. The MessagePack codec preserves tensor metadata, enforces configured bounds and uses raw RGB or explicitly selected JPEG encoding. JPEG is lossy; it is a deployment tradeoff, not an exact-byte transport.</a:t>
            </a:r>
          </a:p>
          <a:p xmlns:a="http://schemas.openxmlformats.org/drawingml/2006/main">
            <a:r>
              <a:t/>
            </a:r>
          </a:p>
          <a:p xmlns:a="http://schemas.openxmlformats.org/drawingml/2006/main">
            <a:r>
              <a:t>The server validates instance/session/generation and data shape, rejects duplicate or non-increasing data requests, and hands accepted work to SessionWorker. The envelope header is correlated before the tensor body is decoded; the validated reply becomes an ActionChunk.</a:t>
            </a:r>
          </a:p>
          <a:p xmlns:a="http://schemas.openxmlformats.org/drawingml/2006/main">
            <a:r>
              <a:t/>
            </a:r>
          </a:p>
          <a:p xmlns:a="http://schemas.openxmlformats.org/drawingml/2006/main">
            <a:r>
              <a:t>The transport is not an automatic action retry/replay mechanism. Readiness, bounded waiting and terminal errors are explicit. A client may continue locally buffered valid motion during a transient absence, but a terminal fault cannot be undone by a later packet.</a:t>
            </a:r>
          </a:p>
          <a:p xmlns:a="http://schemas.openxmlformats.org/drawingml/2006/main">
            <a:r>
              <a:t/>
            </a:r>
          </a:p>
          <a:p xmlns:a="http://schemas.openxmlformats.org/drawingml/2006/main">
            <a:r>
              <a:t>Review question: Why does the server track a monotonic sequence as well as recent request IDs?</a:t>
            </a:r>
          </a:p>
          <a:p xmlns:a="http://schemas.openxmlformats.org/drawingml/2006/main">
            <a:r>
              <a:t>Answer: Its request-ID cache is bounded. The sequence rejects a replay even after that ID has aged out of the cache.</a:t>
            </a:r>
          </a:p>
          <a:p xmlns:a="http://schemas.openxmlformats.org/drawingml/2006/main">
            <a:r>
              <a:t/>
            </a:r>
          </a:p>
          <a:p xmlns:a="http://schemas.openxmlformats.org/drawingml/2006/main">
            <a:r>
              <a:t>Sources at c73a3f0403046f669326ca896755b00cbef415fa:</a:t>
            </a:r>
          </a:p>
          <a:p xmlns:a="http://schemas.openxmlformats.org/drawingml/2006/main">
            <a:r>
              <a:t>src/lerobot/remote_inference/client.py:382 — RemoteClient.infer</a:t>
            </a:r>
          </a:p>
          <a:p xmlns:a="http://schemas.openxmlformats.org/drawingml/2006/main">
            <a:r>
              <a:t>src/lerobot/remote_inference/server.py:208 — SessionWorker.submit</a:t>
            </a:r>
          </a:p>
          <a:p xmlns:a="http://schemas.openxmlformats.org/drawingml/2006/main">
            <a:r>
              <a:t>src/lerobot/remote_inference/codec.py:279 — encode_message</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src/lerobot/remote_inference/client.py:382 RemoteClient.infer</a:t>
            </a:r>
          </a:p>
          <a:p xmlns:a="http://schemas.openxmlformats.org/drawingml/2006/main">
            <a:r>
              <a:t>    def infer(self, request: ChunkRequest, *, cancelled: Callable[[], bool] = lambda: False) -&gt; ActionChunk:</a:t>
            </a:r>
          </a:p>
          <a:p xmlns:a="http://schemas.openxmlformats.org/drawingml/2006/main">
            <a:r>
              <a:t>        """Exchange one action request and validate its identity, execution context and values."""</a:t>
            </a:r>
          </a:p>
          <a:p xmlns:a="http://schemas.openxmlformats.org/drawingml/2006/main">
            <a:r>
              <a:t>        body = self._observation_body(request.observation)</a:t>
            </a:r>
          </a:p>
          <a:p xmlns:a="http://schemas.openxmlformats.org/drawingml/2006/main">
            <a:r>
              <a:t>        model_continuation = request.continuation.model_actions</a:t>
            </a:r>
          </a:p>
          <a:p xmlns:a="http://schemas.openxmlformats.org/drawingml/2006/main">
            <a:r>
              <a:t>        canonical_continuation = request.continuation.canonical_actions</a:t>
            </a:r>
          </a:p>
          <a:p xmlns:a="http://schemas.openxmlformats.org/drawingml/2006/main">
            <a:r>
              <a:t>        body.update(</a:t>
            </a:r>
          </a:p>
          <a:p xmlns:a="http://schemas.openxmlformats.org/drawingml/2006/main">
            <a:r>
              <a:t>            {</a:t>
            </a:r>
          </a:p>
          <a:p xmlns:a="http://schemas.openxmlformats.org/drawingml/2006/main">
            <a:r>
              <a:t>                "delay": request.delay,</a:t>
            </a:r>
          </a:p>
          <a:p xmlns:a="http://schemas.openxmlformats.org/drawingml/2006/main">
            <a:r>
              <a:t>                "model_continuation": model_continuation</a:t>
            </a:r>
          </a:p>
          <a:p xmlns:a="http://schemas.openxmlformats.org/drawingml/2006/main">
            <a:r>
              <a:t>                if model_continuation is not None and len(model_continuation)</a:t>
            </a:r>
          </a:p>
          <a:p xmlns:a="http://schemas.openxmlformats.org/drawingml/2006/main">
            <a:r>
              <a:t>                else None,</a:t>
            </a:r>
          </a:p>
          <a:p xmlns:a="http://schemas.openxmlformats.org/drawingml/2006/main">
            <a:r>
              <a:t>                "canonical_continuation": canonical_continuation</a:t>
            </a:r>
          </a:p>
          <a:p xmlns:a="http://schemas.openxmlformats.org/drawingml/2006/main">
            <a:r>
              <a:t>                if canonical_continuation is not None and len(canonical_continuation)</a:t>
            </a:r>
          </a:p>
          <a:p xmlns:a="http://schemas.openxmlformats.org/drawingml/2006/main">
            <a:r>
              <a:t>                else None,</a:t>
            </a:r>
          </a:p>
          <a:p xmlns:a="http://schemas.openxmlformats.org/drawingml/2006/main">
            <a:r>
              <a:t>                "cursor": request.continuation.cursor,</a:t>
            </a:r>
          </a:p>
          <a:p xmlns:a="http://schemas.openxmlformats.org/drawingml/2006/main">
            <a:r>
              <a:t>            }</a:t>
            </a:r>
          </a:p>
          <a:p xmlns:a="http://schemas.openxmlformats.org/drawingml/2006/main">
            <a:r>
              <a:t>        )</a:t>
            </a:r>
          </a:p>
          <a:p xmlns:a="http://schemas.openxmlformats.org/drawingml/2006/main">
            <a:r>
              <a:t>        if self.chunk_settings["chunk_merge"] == "aligned":</a:t>
            </a:r>
          </a:p>
          <a:p xmlns:a="http://schemas.openxmlformats.org/drawingml/2006/main">
            <a:r>
              <a:t>            body["observation_cursor"] = request.observation.action_cursor</a:t>
            </a:r>
          </a:p>
          <a:p xmlns:a="http://schemas.openxmlformats.org/drawingml/2006/main">
            <a:r>
              <a:t>        envelope = Envelope(</a:t>
            </a:r>
          </a:p>
          <a:p xmlns:a="http://schemas.openxmlformats.org/drawingml/2006/main">
            <a:r>
              <a:t>            MessageType.OBSERVATION,</a:t>
            </a:r>
          </a:p>
          <a:p xmlns:a="http://schemas.openxmlformats.org/drawingml/2006/main">
            <a:r>
              <a:t>            self.instance_id,</a:t>
            </a:r>
          </a:p>
          <a:p xmlns:a="http://schemas.openxmlformats.org/drawingml/2006/main">
            <a:r>
              <a:t>            self.session_id,</a:t>
            </a:r>
          </a:p>
          <a:p xmlns:a="http://schemas.openxmlformats.org/drawingml/2006/main">
            <a:r>
              <a:t>            request.generation,</a:t>
            </a:r>
          </a:p>
          <a:p xmlns:a="http://schemas.openxmlformats.org/drawingml/2006/main">
            <a:r>
              <a:t>            request.request_id,</a:t>
            </a:r>
          </a:p>
          <a:p xmlns:a="http://schemas.openxmlformats.org/drawingml/2006/main">
            <a:r>
              <a:t>            body,</a:t>
            </a:r>
          </a:p>
          <a:p xmlns:a="http://schemas.openxmlformats.org/drawingml/2006/main">
            <a:r>
              <a:t>        )</a:t>
            </a:r>
          </a:p>
          <a:p xmlns:a="http://schemas.openxmlformats.org/drawingml/2006/main">
            <a:r>
              <a:t>        response = self._exchange(envelope, "/obs", self._actions, self.config.action_timeout_s, cancelled)</a:t>
            </a:r>
          </a:p>
          <a:p xmlns:a="http://schemas.openxmlformats.org/drawingml/2006/main">
            <a:r>
              <a:t>        self._validate_context(response, body, MessageType.ACTION)</a:t>
            </a:r>
          </a:p>
          <a:p xmlns:a="http://schemas.openxmlformats.org/drawingml/2006/main">
            <a:r>
              <a:t>        actions = response.body.get("canonical_actions")</a:t>
            </a:r>
          </a:p>
          <a:p xmlns:a="http://schemas.openxmlformats.org/drawingml/2006/main">
            <a:r>
              <a:t>        model = response.body.get("model_actions")</a:t>
            </a:r>
          </a:p>
          <a:p xmlns:a="http://schemas.openxmlformats.org/drawingml/2006/main">
            <a:r>
              <a:t>        caps = self.capabilities</a:t>
            </a:r>
          </a:p>
          <a:p xmlns:a="http://schemas.openxmlformats.org/drawingml/2006/main">
            <a:r>
              <a:t>[Excerpt continues in the source file.]</a:t>
            </a:r>
          </a:p>
          <a:p xmlns:a="http://schemas.openxmlformats.org/drawingml/2006/main">
            <a:r>
              <a:t/>
            </a:r>
          </a:p>
          <a:p xmlns:a="http://schemas.openxmlformats.org/drawingml/2006/main">
            <a:r>
              <a:t>src/lerobot/remote_inference/server.py:208 SessionWorker.submit</a:t>
            </a:r>
          </a:p>
          <a:p xmlns:a="http://schemas.openxmlformats.org/drawingml/2006/main">
            <a:r>
              <a:t>                        _remember(self._controls, message.request_id, future, 32)</a:t>
            </a:r>
          </a:p>
          <a:p xmlns:a="http://schemas.openxmlformats.org/drawingml/2006/main">
            <a:r>
              <a:t>                    elif message.message_type in {MessageType.OBSERVATION, MessageType.LANGUAGE_REQUEST}:</a:t>
            </a:r>
          </a:p>
          <a:p xmlns:a="http://schemas.openxmlformats.org/drawingml/2006/main">
            <a:r>
              <a:t>                        if not session.ready or session.closing or session.faulted:</a:t>
            </a:r>
          </a:p>
          <a:p xmlns:a="http://schemas.openxmlformats.org/drawingml/2006/main">
            <a:r>
              <a:t>                            raise ProtocolError(ErrorCode.STALE, "Session is not accepting inference")</a:t>
            </a:r>
          </a:p>
          <a:p xmlns:a="http://schemas.openxmlformats.org/drawingml/2006/main">
            <a:r>
              <a:t>                        if message.generation != session.generation:</a:t>
            </a:r>
          </a:p>
          <a:p xmlns:a="http://schemas.openxmlformats.org/drawingml/2006/main">
            <a:r>
              <a:t>                            raise ProtocolError(ErrorCode.STALE, "Generation has not been acknowledged")</a:t>
            </a:r>
          </a:p>
          <a:p xmlns:a="http://schemas.openxmlformats.org/drawingml/2006/main">
            <a:r>
              <a:t>                        if message.request_id in self._seen:</a:t>
            </a:r>
          </a:p>
          <a:p xmlns:a="http://schemas.openxmlformats.org/drawingml/2006/main">
            <a:r>
              <a:t>                            raise ProtocolError(ErrorCode.STALE, "Duplicate or completed request")</a:t>
            </a:r>
          </a:p>
          <a:p xmlns:a="http://schemas.openxmlformats.org/drawingml/2006/main">
            <a:r>
              <a:t>                        if session.busy:</a:t>
            </a:r>
          </a:p>
          <a:p xmlns:a="http://schemas.openxmlformats.org/drawingml/2006/main">
            <a:r>
              <a:t>                            raise ProtocolError(</a:t>
            </a:r>
          </a:p>
          <a:p xmlns:a="http://schemas.openxmlformats.org/drawingml/2006/main">
            <a:r>
              <a:t>                                ErrorCode.BUSY, "One inference operation is already outstanding"</a:t>
            </a:r>
          </a:p>
          <a:p xmlns:a="http://schemas.openxmlformats.org/drawingml/2006/main">
            <a:r>
              <a:t>                            )</a:t>
            </a:r>
          </a:p>
          <a:p xmlns:a="http://schemas.openxmlformats.org/drawingml/2006/main">
            <a:r>
              <a:t>                        self._validate_data(message)</a:t>
            </a:r>
          </a:p>
          <a:p xmlns:a="http://schemas.openxmlformats.org/drawingml/2006/main">
            <a:r>
              <a:t>                        if message.body["sequence"] &lt;= session.last_sequence:</a:t>
            </a:r>
          </a:p>
          <a:p xmlns:a="http://schemas.openxmlformats.org/drawingml/2006/main">
            <a:r>
              <a:t>                            raise ProtocolError(ErrorCode.STALE, "Request sequence was already consumed")</a:t>
            </a:r>
          </a:p>
          <a:p xmlns:a="http://schemas.openxmlformats.org/drawingml/2006/main">
            <a:r>
              <a:t>                        if self._commands.full():</a:t>
            </a:r>
          </a:p>
          <a:p xmlns:a="http://schemas.openxmlformats.org/drawingml/2006/main">
            <a:r>
              <a:t>                            raise ProtocolError(ErrorCode.BUSY, "Policy command queue is full")</a:t>
            </a:r>
          </a:p>
          <a:p xmlns:a="http://schemas.openxmlformats.org/drawingml/2006/main">
            <a:r>
              <a:t>                        session.busy = True</a:t>
            </a:r>
          </a:p>
          <a:p xmlns:a="http://schemas.openxmlformats.org/drawingml/2006/main">
            <a:r>
              <a:t>                        session.last_sequence = message.body["sequence"]</a:t>
            </a:r>
          </a:p>
          <a:p xmlns:a="http://schemas.openxmlformats.org/drawingml/2006/main">
            <a:r>
              <a:t>                        _remember(self._seen, message.request_id, None)</a:t>
            </a:r>
          </a:p>
          <a:p xmlns:a="http://schemas.openxmlformats.org/drawingml/2006/main">
            <a:r>
              <a:t>                    else:</a:t>
            </a:r>
          </a:p>
          <a:p xmlns:a="http://schemas.openxmlformats.org/drawingml/2006/main">
            <a:r>
              <a:t>                        raise ProtocolError(ErrorCode.MALFORMED, "Unexpected request message type")</a:t>
            </a:r>
          </a:p>
          <a:p xmlns:a="http://schemas.openxmlformats.org/drawingml/2006/main">
            <a:r>
              <a:t>                self._commands.put_nowait((message, future, time.monotonic()))</a:t>
            </a:r>
          </a:p>
          <a:p xmlns:a="http://schemas.openxmlformats.org/drawingml/2006/main">
            <a:r>
              <a:t>            except (ProtocolError, ValueError, KeyError, TypeError, Full) as exc:</a:t>
            </a:r>
          </a:p>
          <a:p xmlns:a="http://schemas.openxmlformats.org/drawingml/2006/main">
            <a:r>
              <a:t>                code = (</a:t>
            </a:r>
          </a:p>
          <a:p xmlns:a="http://schemas.openxmlformats.org/drawingml/2006/main">
            <a:r>
              <a:t>                    exc.code</a:t>
            </a:r>
          </a:p>
          <a:p xmlns:a="http://schemas.openxmlformats.org/drawingml/2006/main">
            <a:r>
              <a:t>                    if isinstance(exc, ProtocolError)</a:t>
            </a:r>
          </a:p>
          <a:p xmlns:a="http://schemas.openxmlformats.org/drawingml/2006/main">
            <a:r>
              <a:t>                    else ErrorCode.BUSY</a:t>
            </a:r>
          </a:p>
          <a:p xmlns:a="http://schemas.openxmlformats.org/drawingml/2006/main">
            <a:r>
              <a:t>                    if isinstance(exc, Full)</a:t>
            </a:r>
          </a:p>
          <a:p xmlns:a="http://schemas.openxmlformats.org/drawingml/2006/main">
            <a:r>
              <a:t>                    else ErrorCode.MALFORMED</a:t>
            </a:r>
          </a:p>
          <a:p xmlns:a="http://schemas.openxmlformats.org/drawingml/2006/main">
            <a:r>
              <a:t>                )</a:t>
            </a:r>
          </a:p>
          <a:p xmlns:a="http://schemas.openxmlformats.org/drawingml/2006/main">
            <a:r>
              <a:t>                details = exc.details if isinstance(exc, ProtocolError) else None</a:t>
            </a:r>
          </a:p>
          <a:p xmlns:a="http://schemas.openxmlformats.org/drawingml/2006/main">
            <a:r>
              <a:t>[Excerpt continues in the source file.]</a:t>
            </a:r>
          </a:p>
          <a:p xmlns:a="http://schemas.openxmlformats.org/drawingml/2006/main">
            <a:r>
              <a:t/>
            </a:r>
          </a:p>
          <a:p xmlns:a="http://schemas.openxmlformats.org/drawingml/2006/main">
            <a:r>
              <a:t>src/lerobot/remote_inference/codec.py:279 encode_message</a:t>
            </a:r>
          </a:p>
          <a:p xmlns:a="http://schemas.openxmlformats.org/drawingml/2006/main">
            <a:r>
              <a:t>def encode_message(envelope: Envelope, limits: CodecLimits = CodecLimits()) -&gt; bytes:</a:t>
            </a:r>
          </a:p>
          <a:p xmlns:a="http://schemas.openxmlformats.org/drawingml/2006/main">
            <a:r>
              <a:t>    """Encode only supported, finite values into an explicitly typed envelope."""</a:t>
            </a:r>
          </a:p>
          <a:p xmlns:a="http://schemas.openxmlformats.org/drawingml/2006/main">
            <a:r>
              <a:t>    require_package("msgpack", "remote")</a:t>
            </a:r>
          </a:p>
          <a:p xmlns:a="http://schemas.openxmlformats.org/drawingml/2006/main">
            <a:r>
              <a:t>    envelope.__post_init__()</a:t>
            </a:r>
          </a:p>
          <a:p xmlns:a="http://schemas.openxmlformats.org/drawingml/2006/main">
            <a:r>
              <a:t>    record = {</a:t>
            </a:r>
          </a:p>
          <a:p xmlns:a="http://schemas.openxmlformats.org/drawingml/2006/main">
            <a:r>
              <a:t>        "version": envelope.version,</a:t>
            </a:r>
          </a:p>
          <a:p xmlns:a="http://schemas.openxmlformats.org/drawingml/2006/main">
            <a:r>
              <a:t>        "message_type": str(envelope.message_type),</a:t>
            </a:r>
          </a:p>
          <a:p xmlns:a="http://schemas.openxmlformats.org/drawingml/2006/main">
            <a:r>
              <a:t>        "instance_id": envelope.instance_id,</a:t>
            </a:r>
          </a:p>
          <a:p xmlns:a="http://schemas.openxmlformats.org/drawingml/2006/main">
            <a:r>
              <a:t>        "session_id": envelope.session_id,</a:t>
            </a:r>
          </a:p>
          <a:p xmlns:a="http://schemas.openxmlformats.org/drawingml/2006/main">
            <a:r>
              <a:t>        "generation": envelope.generation,</a:t>
            </a:r>
          </a:p>
          <a:p xmlns:a="http://schemas.openxmlformats.org/drawingml/2006/main">
            <a:r>
              <a:t>        "request_id": envelope.request_id,</a:t>
            </a:r>
          </a:p>
          <a:p xmlns:a="http://schemas.openxmlformats.org/drawingml/2006/main">
            <a:r>
              <a:t>        "body": envelope.body,</a:t>
            </a:r>
          </a:p>
          <a:p xmlns:a="http://schemas.openxmlformats.org/drawingml/2006/main">
            <a:r>
              <a:t>    }</a:t>
            </a:r>
          </a:p>
          <a:p xmlns:a="http://schemas.openxmlformats.org/drawingml/2006/main">
            <a:r>
              <a:t>    encoded = msgpack.packb(_encode_value(record, _Budget(limits)), use_bin_type=True)</a:t>
            </a:r>
          </a:p>
          <a:p xmlns:a="http://schemas.openxmlformats.org/drawingml/2006/main">
            <a:r>
              <a:t>    if len(encoded) &gt; limits.max_payload_bytes:</a:t>
            </a:r>
          </a:p>
          <a:p xmlns:a="http://schemas.openxmlformats.org/drawingml/2006/main">
            <a:r>
              <a:t>        raise _malformed("Encoded message exceeds byte limit")</a:t>
            </a:r>
          </a:p>
          <a:p xmlns:a="http://schemas.openxmlformats.org/drawingml/2006/main">
            <a:r>
              <a:t>    return encoded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does not call select_action. The direct predict_action_chunk implementation must prepare everything it needs without depending on observation history or queues that only select_action populates.</a:t>
            </a:r>
          </a:p>
          <a:p xmlns:a="http://schemas.openxmlformats.org/drawingml/2006/main">
            <a:r>
              <a:t/>
            </a:r>
          </a:p>
          <a:p xmlns:a="http://schemas.openxmlformats.org/drawingml/2006/main">
            <a:r>
              <a:t>It validates the full predicted tensor before postprocessing, saves a detached model-space copy, validates the canonical tensor and then applies the plain execution slice. The current default runner requires the same declared dimensions before and after postprocessing; a padded model width cannot be silently accepted just because a later processor crops it.</a:t>
            </a:r>
          </a:p>
          <a:p xmlns:a="http://schemas.openxmlformats.org/drawingml/2006/main">
            <a:r>
              <a:t/>
            </a:r>
          </a:p>
          <a:p xmlns:a="http://schemas.openxmlformats.org/drawingml/2006/main">
            <a:r>
              <a:t>Guided RTC requires a local autograd correction. The outer call uses no_grad while disabling inference_mode for guided RTC, allowing the policy to enable gradients for that correction. This was one of the fixes retained from hardware testing.</a:t>
            </a:r>
          </a:p>
          <a:p xmlns:a="http://schemas.openxmlformats.org/drawingml/2006/main">
            <a:r>
              <a:t/>
            </a:r>
          </a:p>
          <a:p xmlns:a="http://schemas.openxmlformats.org/drawingml/2006/main">
            <a:r>
              <a:t>Review question: Why does a working synchronous checkpoint not automatically prove remote compatibility?</a:t>
            </a:r>
          </a:p>
          <a:p xmlns:a="http://schemas.openxmlformats.org/drawingml/2006/main">
            <a:r>
              <a:t>Answer: select_action may collect history, crop a different horizon or perform preparation that direct chunk prediction does not. The remote contract has to describe the actual direct path.</a:t>
            </a:r>
          </a:p>
          <a:p xmlns:a="http://schemas.openxmlformats.org/drawingml/2006/main">
            <a:r>
              <a:t/>
            </a:r>
          </a:p>
          <a:p xmlns:a="http://schemas.openxmlformats.org/drawingml/2006/main">
            <a:r>
              <a:t>Sources at c73a3f0403046f669326ca896755b00cbef415fa:</a:t>
            </a:r>
          </a:p>
          <a:p xmlns:a="http://schemas.openxmlformats.org/drawingml/2006/main">
            <a:r>
              <a:t>src/lerobot/inference/policy_runner.py:217 — PolicyRunner.predict</a:t>
            </a:r>
          </a:p>
          <a:p xmlns:a="http://schemas.openxmlformats.org/drawingml/2006/main">
            <a:r>
              <a:t>src/lerobot/inference/policy_runner.py:291 — PolicyRunner._validate_actions</a:t>
            </a:r>
          </a:p>
          <a:p xmlns:a="http://schemas.openxmlformats.org/drawingml/2006/main">
            <a:r>
              <a:t>src/lerobot/policies/pretrained.py:307 — PreTrainedPolicy.chunk_inference_spec</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src/lerobot/inference/policy_runner.py:217 PolicyRunner.predict</a:t>
            </a:r>
          </a:p>
          <a:p xmlns:a="http://schemas.openxmlformats.org/drawingml/2006/main">
            <a:r>
              <a:t>        # permits that override; inference_mode would suppress its gradient graph.</a:t>
            </a:r>
          </a:p>
          <a:p xmlns:a="http://schemas.openxmlformats.org/drawingml/2006/main">
            <a:r>
              <a:t>        with torch.inference_mode(mode is not ExecutionMode.RTC_GUIDED), torch.no_grad():</a:t>
            </a:r>
          </a:p>
          <a:p xmlns:a="http://schemas.openxmlformats.org/drawingml/2006/main">
            <a:r>
              <a:t>            prepared = self.preprocessor(self._batch(observation))</a:t>
            </a:r>
          </a:p>
          <a:p xmlns:a="http://schemas.openxmlformats.org/drawingml/2006/main">
            <a:r>
              <a:t>            preprocessed_at = time.perf_counter()</a:t>
            </a:r>
          </a:p>
          <a:p xmlns:a="http://schemas.openxmlformats.org/drawingml/2006/main">
            <a:r>
              <a:t>            kwargs: dict[str, Any] = {}</a:t>
            </a:r>
          </a:p>
          <a:p xmlns:a="http://schemas.openxmlformats.org/drawingml/2006/main">
            <a:r>
              <a:t>            if mode != ExecutionMode.CHUNK:</a:t>
            </a:r>
          </a:p>
          <a:p xmlns:a="http://schemas.openxmlformats.org/drawingml/2006/main">
            <a:r>
              <a:t>                prefix = self._prepare_continuation(model_continuation, canonical_continuation)</a:t>
            </a:r>
          </a:p>
          <a:p xmlns:a="http://schemas.openxmlformats.org/drawingml/2006/main">
            <a:r>
              <a:t>                if inference_delay &lt; 0:</a:t>
            </a:r>
          </a:p>
          <a:p xmlns:a="http://schemas.openxmlformats.org/drawingml/2006/main">
            <a:r>
              <a:t>                    raise ValueError("RTC delay must be nonnegative.")</a:t>
            </a:r>
          </a:p>
          <a:p xmlns:a="http://schemas.openxmlformats.org/drawingml/2006/main">
            <a:r>
              <a:t>                if prefix is None and inference_delay:</a:t>
            </a:r>
          </a:p>
          <a:p xmlns:a="http://schemas.openxmlformats.org/drawingml/2006/main">
            <a:r>
              <a:t>                    raise ValueError("RTC delay requires a real continuation prefix.")</a:t>
            </a:r>
          </a:p>
          <a:p xmlns:a="http://schemas.openxmlformats.org/drawingml/2006/main">
            <a:r>
              <a:t>                if mode == ExecutionMode.RTC_TRAINED:</a:t>
            </a:r>
          </a:p>
          <a:p xmlns:a="http://schemas.openxmlformats.org/drawingml/2006/main">
            <a:r>
              <a:t>                    available = 0 if model_continuation is None else len(model_continuation)</a:t>
            </a:r>
          </a:p>
          <a:p xmlns:a="http://schemas.openxmlformats.org/drawingml/2006/main">
            <a:r>
              <a:t>                    if inference_delay &gt; min(</a:t>
            </a:r>
          </a:p>
          <a:p xmlns:a="http://schemas.openxmlformats.org/drawingml/2006/main">
            <a:r>
              <a:t>                        self.capabilities.training_max_delay, available, self.capabilities.rtc_horizon</a:t>
            </a:r>
          </a:p>
          <a:p xmlns:a="http://schemas.openxmlformats.org/drawingml/2006/main">
            <a:r>
              <a:t>                    ):</a:t>
            </a:r>
          </a:p>
          <a:p xmlns:a="http://schemas.openxmlformats.org/drawingml/2006/main">
            <a:r>
              <a:t>                        raise ValueError(</a:t>
            </a:r>
          </a:p>
          <a:p xmlns:a="http://schemas.openxmlformats.org/drawingml/2006/main">
            <a:r>
              <a:t>                            "Trained RTC delay exceeds checkpoint or available continuation limits."</a:t>
            </a:r>
          </a:p>
          <a:p xmlns:a="http://schemas.openxmlformats.org/drawingml/2006/main">
            <a:r>
              <a:t>                        )</a:t>
            </a:r>
          </a:p>
          <a:p xmlns:a="http://schemas.openxmlformats.org/drawingml/2006/main">
            <a:r>
              <a:t>                kwargs = {"inference_delay": inference_delay, "prev_chunk_left_over": prefix}</a:t>
            </a:r>
          </a:p>
          <a:p xmlns:a="http://schemas.openxmlformats.org/drawingml/2006/main">
            <a:r>
              <a:t>            predicted = self.policy.predict_action_chunk(prepared, **kwargs)</a:t>
            </a:r>
          </a:p>
          <a:p xmlns:a="http://schemas.openxmlformats.org/drawingml/2006/main">
            <a:r>
              <a:t>            predicted_at = time.perf_counter()</a:t>
            </a:r>
          </a:p>
          <a:p xmlns:a="http://schemas.openxmlformats.org/drawingml/2006/main">
            <a:r>
              <a:t>            self._validate_actions(predicted)</a:t>
            </a:r>
          </a:p>
          <a:p xmlns:a="http://schemas.openxmlformats.org/drawingml/2006/main">
            <a:r>
              <a:t>            # A postprocessor may modify its argument. Preserve model coordinates</a:t>
            </a:r>
          </a:p>
          <a:p xmlns:a="http://schemas.openxmlformats.org/drawingml/2006/main">
            <a:r>
              <a:t>            # before invoking the paired canonical postprocessor.</a:t>
            </a:r>
          </a:p>
          <a:p xmlns:a="http://schemas.openxmlformats.org/drawingml/2006/main">
            <a:r>
              <a:t>            original = predicted.detach().clone()</a:t>
            </a:r>
          </a:p>
          <a:p xmlns:a="http://schemas.openxmlformats.org/drawingml/2006/main">
            <a:r>
              <a:t>            canonical = self.postprocessor(predicted)</a:t>
            </a:r>
          </a:p>
          <a:p xmlns:a="http://schemas.openxmlformats.org/drawingml/2006/main">
            <a:r>
              <a:t>            self._validate_actions(canonical)</a:t>
            </a:r>
          </a:p>
          <a:p xmlns:a="http://schemas.openxmlformats.org/drawingml/2006/main">
            <a:r>
              <a:t>            steps = (</a:t>
            </a:r>
          </a:p>
          <a:p xmlns:a="http://schemas.openxmlformats.org/drawingml/2006/main">
            <a:r>
              <a:t>                self.capabilities.execution_steps</a:t>
            </a:r>
          </a:p>
          <a:p xmlns:a="http://schemas.openxmlformats.org/drawingml/2006/main">
            <a:r>
              <a:t>                if mode == ExecutionMode.CHUNK</a:t>
            </a:r>
          </a:p>
          <a:p xmlns:a="http://schemas.openxmlformats.org/drawingml/2006/main">
            <a:r>
              <a:t>                else self.capabilities.prediction_steps</a:t>
            </a:r>
          </a:p>
          <a:p xmlns:a="http://schemas.openxmlformats.org/drawingml/2006/main">
            <a:r>
              <a:t>            )</a:t>
            </a:r>
          </a:p>
          <a:p xmlns:a="http://schemas.openxmlformats.org/drawingml/2006/main">
            <a:r>
              <a:t>            canonical = canonical[0, :steps].detach().to(device="cpu", dtype=torch.float32).clone()</a:t>
            </a:r>
          </a:p>
          <a:p xmlns:a="http://schemas.openxmlformats.org/drawingml/2006/main">
            <a:r>
              <a:t>            model = (</a:t>
            </a:r>
          </a:p>
          <a:p xmlns:a="http://schemas.openxmlformats.org/drawingml/2006/main">
            <a:r>
              <a:t>                original[0, :steps].detach().to(device="cpu", dtype=torch.float32).clone()</a:t>
            </a:r>
          </a:p>
          <a:p xmlns:a="http://schemas.openxmlformats.org/drawingml/2006/main">
            <a:r>
              <a:t>                if mode != ExecutionMode.CHUNK</a:t>
            </a:r>
          </a:p>
          <a:p xmlns:a="http://schemas.openxmlformats.org/drawingml/2006/main">
            <a:r>
              <a:t>                else None</a:t>
            </a:r>
          </a:p>
          <a:p xmlns:a="http://schemas.openxmlformats.org/drawingml/2006/main">
            <a:r>
              <a:t>            )</a:t>
            </a:r>
          </a:p>
          <a:p xmlns:a="http://schemas.openxmlformats.org/drawingml/2006/main">
            <a:r>
              <a:t>        finished = time.perf_counter()</a:t>
            </a:r>
          </a:p>
          <a:p xmlns:a="http://schemas.openxmlformats.org/drawingml/2006/main">
            <a:r>
              <a:t>        return ActionChunk(</a:t>
            </a:r>
          </a:p>
          <a:p xmlns:a="http://schemas.openxmlformats.org/drawingml/2006/main">
            <a:r>
              <a:t>            model_actions=model,</a:t>
            </a:r>
          </a:p>
          <a:p xmlns:a="http://schemas.openxmlformats.org/drawingml/2006/main">
            <a:r>
              <a:t>[Excerpt continues in the source file.]</a:t>
            </a:r>
          </a:p>
          <a:p xmlns:a="http://schemas.openxmlformats.org/drawingml/2006/main">
            <a:r>
              <a:t/>
            </a:r>
          </a:p>
          <a:p xmlns:a="http://schemas.openxmlformats.org/drawingml/2006/main">
            <a:r>
              <a:t>src/lerobot/inference/policy_runner.py:291 PolicyRunner._validate_actions</a:t>
            </a:r>
          </a:p>
          <a:p xmlns:a="http://schemas.openxmlformats.org/drawingml/2006/main">
            <a:r>
              <a:t>    def _validate_actions(self, actions: torch.Tensor) -&gt; None:</a:t>
            </a:r>
          </a:p>
          <a:p xmlns:a="http://schemas.openxmlformats.org/drawingml/2006/main">
            <a:r>
              <a:t>        expected = (1, self.capabilities.prediction_steps, self.capabilities.action_feature.shape[0])</a:t>
            </a:r>
          </a:p>
          <a:p xmlns:a="http://schemas.openxmlformats.org/drawingml/2006/main">
            <a:r>
              <a:t>        if not isinstance(actions, torch.Tensor) or tuple(actions.shape) != expected:</a:t>
            </a:r>
          </a:p>
          <a:p xmlns:a="http://schemas.openxmlformats.org/drawingml/2006/main">
            <a:r>
              <a:t>            raise ValueError(f"Policy/processor must return action shape {expected}.")</a:t>
            </a:r>
          </a:p>
          <a:p xmlns:a="http://schemas.openxmlformats.org/drawingml/2006/main">
            <a:r>
              <a:t>        if not actions.is_floating_point() or not torch.isfinite(actions).all():</a:t>
            </a:r>
          </a:p>
          <a:p xmlns:a="http://schemas.openxmlformats.org/drawingml/2006/main">
            <a:r>
              <a:t>            raise ValueError("Policy/processor returned non-finite or non-floating actions.")</a:t>
            </a:r>
          </a:p>
          <a:p xmlns:a="http://schemas.openxmlformats.org/drawingml/2006/main">
            <a:r>
              <a:t/>
            </a:r>
          </a:p>
          <a:p xmlns:a="http://schemas.openxmlformats.org/drawingml/2006/main">
            <a:r>
              <a:t>src/lerobot/policies/pretrained.py:307 PreTrainedPolicy.chunk_inference_spec</a:t>
            </a:r>
          </a:p>
          <a:p xmlns:a="http://schemas.openxmlformats.org/drawingml/2006/main">
            <a:r>
              <a:t>    def chunk_inference_spec(self) -&gt; ChunkPolicySpec:</a:t>
            </a:r>
          </a:p>
          <a:p xmlns:a="http://schemas.openxmlformats.org/drawingml/2006/main">
            <a:r>
              <a:t>        """Declare the default current-observation chunk-serving author contract.</a:t>
            </a:r>
          </a:p>
          <a:p xmlns:a="http://schemas.openxmlformats.org/drawingml/2006/main">
            <a:r>
              <a:t/>
            </a:r>
          </a:p>
          <a:p xmlns:a="http://schemas.openxmlformats.org/drawingml/2006/main">
            <a:r>
              <a:t>        Inheriting this implementation declares that ``predict_action_chunk`` does</a:t>
            </a:r>
          </a:p>
          <a:p xmlns:a="http://schemas.openxmlformats.org/drawingml/2006/main">
            <a:r>
              <a:t>        every preparation needed by direct callers, accepts the complete current</a:t>
            </a:r>
          </a:p>
          <a:p xmlns:a="http://schemas.openxmlformats.org/drawingml/2006/main">
            <a:r>
              <a:t>        observation, and returns ``[B, chunk_size, A]`` in model coordinates. Its</a:t>
            </a:r>
          </a:p>
          <a:p xmlns:a="http://schemas.openxmlformats.org/drawingml/2006/main">
            <a:r>
              <a:t>        canonical processor pair must support whole chunks. ``n_action_steps`` is</a:t>
            </a:r>
          </a:p>
          <a:p xmlns:a="http://schemas.openxmlformats.org/drawingml/2006/main">
            <a:r>
              <a:t>        the ordinary playback slice; RTC retains the full prediction horizon.</a:t>
            </a:r>
          </a:p>
          <a:p xmlns:a="http://schemas.openxmlformats.org/drawingml/2006/main">
            <a:r>
              <a:t/>
            </a:r>
          </a:p>
          <a:p xmlns:a="http://schemas.openxmlformats.org/drawingml/2006/main">
            <a:r>
              <a:t>        A policy requiring select_action-only preparation, other action layouts,</a:t>
            </a:r>
          </a:p>
          <a:p xmlns:a="http://schemas.openxmlformats.org/drawingml/2006/main">
            <a:r>
              <a:t>        or temporal sampling must override this method and reject unsupported</a:t>
            </a:r>
          </a:p>
          <a:p xmlns:a="http://schemas.openxmlformats.org/drawingml/2006/main">
            <a:r>
              <a:t>        configurations or provide a custom runner. Method presence or a successful</a:t>
            </a:r>
          </a:p>
          <a:p xmlns:a="http://schemas.openxmlformats.org/drawingml/2006/main">
            <a:r>
              <a:t>        warmup is not evidence for this contract. Policy/processor state is allowed</a:t>
            </a:r>
          </a:p>
          <a:p xmlns:a="http://schemas.openxmlformats.org/drawingml/2006/main">
            <a:r>
              <a:t>        only within an exclusive session and reset() must clear it for a new run.</a:t>
            </a:r>
          </a:p>
          <a:p xmlns:a="http://schemas.openxmlformats.org/drawingml/2006/main">
            <a:r>
              <a:t>        """</a:t>
            </a:r>
          </a:p>
          <a:p xmlns:a="http://schemas.openxmlformats.org/drawingml/2006/main">
            <a:r>
              <a:t>        config = self.config</a:t>
            </a:r>
          </a:p>
          <a:p xmlns:a="http://schemas.openxmlformats.org/drawingml/2006/main">
            <a:r>
              <a:t>        if config.n_obs_steps != 1:</a:t>
            </a:r>
          </a:p>
          <a:p xmlns:a="http://schemas.openxmlformats.org/drawingml/2006/main">
            <a:r>
              <a:t>            raise ValueError("Chunk serving requires n_obs_steps=1; observation history is unsupported.")</a:t>
            </a:r>
          </a:p>
          <a:p xmlns:a="http://schemas.openxmlformats.org/drawingml/2006/main">
            <a:r>
              <a:t>        for field_name in (</a:t>
            </a:r>
          </a:p>
          <a:p xmlns:a="http://schemas.openxmlformats.org/drawingml/2006/main">
            <a:r>
              <a:t>            "observation_delta_indices",</a:t>
            </a:r>
          </a:p>
          <a:p xmlns:a="http://schemas.openxmlformats.org/drawingml/2006/main">
            <a:r>
              <a:t>            "image_observation_delta_indices",</a:t>
            </a:r>
          </a:p>
          <a:p xmlns:a="http://schemas.openxmlformats.org/drawingml/2006/main">
            <a:r>
              <a:t>            "state_observation_delta_indices",</a:t>
            </a:r>
          </a:p>
          <a:p xmlns:a="http://schemas.openxmlformats.org/drawingml/2006/main">
            <a:r>
              <a:t>        ):</a:t>
            </a:r>
          </a:p>
          <a:p xmlns:a="http://schemas.openxmlformats.org/drawingml/2006/main">
            <a:r>
              <a:t>            indices = getattr(config, field_name, None)</a:t>
            </a:r>
          </a:p>
          <a:p xmlns:a="http://schemas.openxmlformats.org/drawingml/2006/main">
            <a:r>
              <a:t>            if indices is not None and list(indices) != [0]:</a:t>
            </a:r>
          </a:p>
          <a:p xmlns:a="http://schemas.openxmlformats.org/drawingml/2006/main">
            <a:r>
              <a:t>                raise ValueError(f"Chunk serving cannot sample temporal history ({field_name}).")</a:t>
            </a:r>
          </a:p>
          <a:p xmlns:a="http://schemas.openxmlformats.org/drawingml/2006/main">
            <a:r>
              <a:t>        if getattr(config, "temporal_ensemble_coeff", None) is not None:</a:t>
            </a:r>
          </a:p>
          <a:p xmlns:a="http://schemas.openxmlformats.org/drawingml/2006/main">
            <a:r>
              <a:t>            raise ValueError("Chunk serving does not support temporal ensembling.")</a:t>
            </a:r>
          </a:p>
          <a:p xmlns:a="http://schemas.openxmlformats.org/drawingml/2006/main">
            <a:r>
              <a:t>        if getattr(config, "use_visual_memory", False) or getattr(config, "use_proprioceptive_memory", False):</a:t>
            </a:r>
          </a:p>
          <a:p xmlns:a="http://schemas.openxmlformats.org/drawingml/2006/main">
            <a:r>
              <a:t>            raise ValueError(</a:t>
            </a:r>
          </a:p>
          <a:p xmlns:a="http://schemas.openxmlformats.org/drawingml/2006/main">
            <a:r>
              <a:t>                "Chunk serving cannot sample observation memory at the required control cadence."</a:t>
            </a:r>
          </a:p>
          <a:p xmlns:a="http://schemas.openxmlformats.org/drawingml/2006/main">
            <a:r>
              <a:t>            )</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RemoteClient checks that the reply belongs to the negotiated context and its request. ChunkRuntime.accept then checks the currently pending request and execution generation, current task version, elapsed deadlines, source age and chunk structure.</a:t>
            </a:r>
          </a:p>
          <a:p xmlns:a="http://schemas.openxmlformats.org/drawingml/2006/main">
            <a:r>
              <a:t/>
            </a:r>
          </a:p>
          <a:p xmlns:a="http://schemas.openxmlformats.org/drawingml/2006/main">
            <a:r>
              <a:t>An aligned result with no usable suffix is rejected without destroying an otherwise eligible old future. If no subsequent usable result arrives, the existing age/deadline/exhaustion rules still apply. A stale source-age violation is a terminal fault, which is different from simply rejecting an obsolete result.</a:t>
            </a:r>
          </a:p>
          <a:p xmlns:a="http://schemas.openxmlformats.org/drawingml/2006/main">
            <a:r>
              <a:t/>
            </a:r>
          </a:p>
          <a:p xmlns:a="http://schemas.openxmlformats.org/drawingml/2006/main">
            <a:r>
              <a:t>At pop and on interpolated ticks, dispatch_allowed checks again. Old buffered actions do not acquire the timestamp of the newest result. Provenance remains attached to the values it actually describes.</a:t>
            </a:r>
          </a:p>
          <a:p xmlns:a="http://schemas.openxmlformats.org/drawingml/2006/main">
            <a:r>
              <a:t/>
            </a:r>
          </a:p>
          <a:p xmlns:a="http://schemas.openxmlformats.org/drawingml/2006/main">
            <a:r>
              <a:t>Review question: If reset occurs while the network worker is waiting, can that reply refill the new run?</a:t>
            </a:r>
          </a:p>
          <a:p xmlns:a="http://schemas.openxmlformats.org/drawingml/2006/main">
            <a:r>
              <a:t>Answer: No. Invalidation changes generation and clears the pending request locally. Acceptance cannot restore the revoked epoch.</a:t>
            </a:r>
          </a:p>
          <a:p xmlns:a="http://schemas.openxmlformats.org/drawingml/2006/main">
            <a:r>
              <a:t/>
            </a:r>
          </a:p>
          <a:p xmlns:a="http://schemas.openxmlformats.org/drawingml/2006/main">
            <a:r>
              <a:t>Sources at c73a3f0403046f669326ca896755b00cbef415fa:</a:t>
            </a:r>
          </a:p>
          <a:p xmlns:a="http://schemas.openxmlformats.org/drawingml/2006/main">
            <a:r>
              <a:t>src/lerobot/remote_inference/client.py:449 — RemoteClient._validate_context</a:t>
            </a:r>
          </a:p>
          <a:p xmlns:a="http://schemas.openxmlformats.org/drawingml/2006/main">
            <a:r>
              <a:t>src/lerobot/inference/execution.py:263 — ChunkRuntime.accept</a:t>
            </a:r>
          </a:p>
          <a:p xmlns:a="http://schemas.openxmlformats.org/drawingml/2006/main">
            <a:r>
              <a:t>src/lerobot/inference/execution.py:434 — ChunkRuntime.dispatch_allowed</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src/lerobot/remote_inference/client.py:449 RemoteClient._validate_context</a:t>
            </a:r>
          </a:p>
          <a:p xmlns:a="http://schemas.openxmlformats.org/drawingml/2006/main">
            <a:r>
              <a:t>    def _validate_context(self, response: Envelope, body: dict, expected: MessageType) -&gt; None:</a:t>
            </a:r>
          </a:p>
          <a:p xmlns:a="http://schemas.openxmlformats.org/drawingml/2006/main">
            <a:r>
              <a:t>        context_keys = ["artifact_identity", "observation_id", "capture_time", "task", "task_version"]</a:t>
            </a:r>
          </a:p>
          <a:p xmlns:a="http://schemas.openxmlformats.org/drawingml/2006/main">
            <a:r>
              <a:t>        if expected is MessageType.ACTION and self.chunk_settings["chunk_merge"] == "aligned":</a:t>
            </a:r>
          </a:p>
          <a:p xmlns:a="http://schemas.openxmlformats.org/drawingml/2006/main">
            <a:r>
              <a:t>            context_keys.extend(["observation_cursor", "cursor"])</a:t>
            </a:r>
          </a:p>
          <a:p xmlns:a="http://schemas.openxmlformats.org/drawingml/2006/main">
            <a:r>
              <a:t>            if any(type(response.body.get(key)) is not int for key in ("observation_cursor", "cursor")):</a:t>
            </a:r>
          </a:p>
          <a:p xmlns:a="http://schemas.openxmlformats.org/drawingml/2006/main">
            <a:r>
              <a:t>                raise ProtocolError(</a:t>
            </a:r>
          </a:p>
          <a:p xmlns:a="http://schemas.openxmlformats.org/drawingml/2006/main">
            <a:r>
              <a:t>                    ErrorCode.MALFORMED, "Result action cursor context differs from its request"</a:t>
            </a:r>
          </a:p>
          <a:p xmlns:a="http://schemas.openxmlformats.org/drawingml/2006/main">
            <a:r>
              <a:t>                )</a:t>
            </a:r>
          </a:p>
          <a:p xmlns:a="http://schemas.openxmlformats.org/drawingml/2006/main">
            <a:r>
              <a:t>        if response.message_type is not expected or any(</a:t>
            </a:r>
          </a:p>
          <a:p xmlns:a="http://schemas.openxmlformats.org/drawingml/2006/main">
            <a:r>
              <a:t>            response.body.get(key) != body[key] for key in context_keys</a:t>
            </a:r>
          </a:p>
          <a:p xmlns:a="http://schemas.openxmlformats.org/drawingml/2006/main">
            <a:r>
              <a:t>        ):</a:t>
            </a:r>
          </a:p>
          <a:p xmlns:a="http://schemas.openxmlformats.org/drawingml/2006/main">
            <a:r>
              <a:t>            raise ProtocolError(ErrorCode.MALFORMED, "Result execution context differs from its request")</a:t>
            </a:r>
          </a:p>
          <a:p xmlns:a="http://schemas.openxmlformats.org/drawingml/2006/main">
            <a:r>
              <a:t/>
            </a:r>
          </a:p>
          <a:p xmlns:a="http://schemas.openxmlformats.org/drawingml/2006/main">
            <a:r>
              <a:t>src/lerobot/inference/execution.py:263 ChunkRuntime.accept</a:t>
            </a:r>
          </a:p>
          <a:p xmlns:a="http://schemas.openxmlformats.org/drawingml/2006/main">
            <a:r>
              <a:t>    def accept(self, request: ChunkRequest, chunk: ActionChunk, *, task_version: int) -&gt; bool:</a:t>
            </a:r>
          </a:p>
          <a:p xmlns:a="http://schemas.openxmlformats.org/drawingml/2006/main">
            <a:r>
              <a:t>        """Validate context and timing, then atomically merge with original provenance."""</a:t>
            </a:r>
          </a:p>
          <a:p xmlns:a="http://schemas.openxmlformats.org/drawingml/2006/main">
            <a:r>
              <a:t>        with self.lock:</a:t>
            </a:r>
          </a:p>
          <a:p xmlns:a="http://schemas.openxmlformats.org/drawingml/2006/main">
            <a:r>
              <a:t>            self.last_accept = {"accepted": False}</a:t>
            </a:r>
          </a:p>
          <a:p xmlns:a="http://schemas.openxmlformats.org/drawingml/2006/main">
            <a:r>
              <a:t>            self.check_deadlines()</a:t>
            </a:r>
          </a:p>
          <a:p xmlns:a="http://schemas.openxmlformats.org/drawingml/2006/main">
            <a:r>
              <a:t>            if self.failure or self.pending is not request or request.generation != self.generation:</a:t>
            </a:r>
          </a:p>
          <a:p xmlns:a="http://schemas.openxmlformats.org/drawingml/2006/main">
            <a:r>
              <a:t>                return False</a:t>
            </a:r>
          </a:p>
          <a:p xmlns:a="http://schemas.openxmlformats.org/drawingml/2006/main">
            <a:r>
              <a:t>            self.pending = None</a:t>
            </a:r>
          </a:p>
          <a:p xmlns:a="http://schemas.openxmlformats.org/drawingml/2006/main">
            <a:r>
              <a:t>            if request.observation.task_version != task_version:</a:t>
            </a:r>
          </a:p>
          <a:p xmlns:a="http://schemas.openxmlformats.org/drawingml/2006/main">
            <a:r>
              <a:t>                return False</a:t>
            </a:r>
          </a:p>
          <a:p xmlns:a="http://schemas.openxmlformats.org/drawingml/2006/main">
            <a:r>
              <a:t>            now = self.clock()</a:t>
            </a:r>
          </a:p>
          <a:p xmlns:a="http://schemas.openxmlformats.org/drawingml/2006/main">
            <a:r>
              <a:t>            elapsed = now - request.submitted_at</a:t>
            </a:r>
          </a:p>
          <a:p xmlns:a="http://schemas.openxmlformats.org/drawingml/2006/main">
            <a:r>
              <a:t>            self._completed += 1</a:t>
            </a:r>
          </a:p>
          <a:p xmlns:a="http://schemas.openxmlformats.org/drawingml/2006/main">
            <a:r>
              <a:t>            if self._completed &gt; 1:  # cold start is not a steady-state action latency</a:t>
            </a:r>
          </a:p>
          <a:p xmlns:a="http://schemas.openxmlformats.org/drawingml/2006/main">
            <a:r>
              <a:t>                self.turnarounds.append(elapsed)</a:t>
            </a:r>
          </a:p>
          <a:p xmlns:a="http://schemas.openxmlformats.org/drawingml/2006/main">
            <a:r>
              <a:t>            if now - request.observation.capture_time &gt; self.max_age:</a:t>
            </a:r>
          </a:p>
          <a:p xmlns:a="http://schemas.openxmlformats.org/drawingml/2006/main">
            <a:r>
              <a:t>                self.fault("Action result source observation is too old")</a:t>
            </a:r>
          </a:p>
          <a:p xmlns:a="http://schemas.openxmlformats.org/drawingml/2006/main">
            <a:r>
              <a:t>                return False</a:t>
            </a:r>
          </a:p>
          <a:p xmlns:a="http://schemas.openxmlformats.org/drawingml/2006/main">
            <a:r>
              <a:t>            actions = chunk.canonical_actions</a:t>
            </a:r>
          </a:p>
          <a:p xmlns:a="http://schemas.openxmlformats.org/drawingml/2006/main">
            <a:r>
              <a:t>            model = chunk.model_actions if chunk.model_actions is not None else actions</a:t>
            </a:r>
          </a:p>
          <a:p xmlns:a="http://schemas.openxmlformats.org/drawingml/2006/main">
            <a:r>
              <a:t>            if (</a:t>
            </a:r>
          </a:p>
          <a:p xmlns:a="http://schemas.openxmlformats.org/drawingml/2006/main">
            <a:r>
              <a:t>                actions.ndim != 2</a:t>
            </a:r>
          </a:p>
          <a:p xmlns:a="http://schemas.openxmlformats.org/drawingml/2006/main">
            <a:r>
              <a:t>                or model.ndim != 2</a:t>
            </a:r>
          </a:p>
          <a:p xmlns:a="http://schemas.openxmlformats.org/drawingml/2006/main">
            <a:r>
              <a:t>                or len(actions) != len(model)</a:t>
            </a:r>
          </a:p>
          <a:p xmlns:a="http://schemas.openxmlformats.org/drawingml/2006/main">
            <a:r>
              <a:t>                or not len(actions)</a:t>
            </a:r>
          </a:p>
          <a:p xmlns:a="http://schemas.openxmlformats.org/drawingml/2006/main">
            <a:r>
              <a:t>                or type(chunk.execution_steps) is not int</a:t>
            </a:r>
          </a:p>
          <a:p xmlns:a="http://schemas.openxmlformats.org/drawingml/2006/main">
            <a:r>
              <a:t>                or not 0 &lt; chunk.execution_steps &lt;= len(actions)</a:t>
            </a:r>
          </a:p>
          <a:p xmlns:a="http://schemas.openxmlformats.org/drawingml/2006/main">
            <a:r>
              <a:t>                or not torch.isfinite(actions).all()</a:t>
            </a:r>
          </a:p>
          <a:p xmlns:a="http://schemas.openxmlformats.org/drawingml/2006/main">
            <a:r>
              <a:t>                or not torch.isfinite(model).all()</a:t>
            </a:r>
          </a:p>
          <a:p xmlns:a="http://schemas.openxmlformats.org/drawingml/2006/main">
            <a:r>
              <a:t>            ):</a:t>
            </a:r>
          </a:p>
          <a:p xmlns:a="http://schemas.openxmlformats.org/drawingml/2006/main">
            <a:r>
              <a:t>                self.fault("Invalid action chunk")</a:t>
            </a:r>
          </a:p>
          <a:p xmlns:a="http://schemas.openxmlformats.org/drawingml/2006/main">
            <a:r>
              <a:t>                return False</a:t>
            </a:r>
          </a:p>
          <a:p xmlns:a="http://schemas.openxmlformats.org/drawingml/2006/main">
            <a:r>
              <a:t>[Excerpt continues in the source file.]</a:t>
            </a:r>
          </a:p>
          <a:p xmlns:a="http://schemas.openxmlformats.org/drawingml/2006/main">
            <a:r>
              <a:t/>
            </a:r>
          </a:p>
          <a:p xmlns:a="http://schemas.openxmlformats.org/drawingml/2006/main">
            <a:r>
              <a:t>src/lerobot/inference/execution.py:434 ChunkRuntime.dispatch_allowed</a:t>
            </a:r>
          </a:p>
          <a:p xmlns:a="http://schemas.openxmlformats.org/drawingml/2006/main">
            <a:r>
              <a:t>    def dispatch_allowed(self) -&gt; bool:</a:t>
            </a:r>
          </a:p>
          <a:p xmlns:a="http://schemas.openxmlformats.org/drawingml/2006/main">
            <a:r>
              <a:t>        """Check permission and the committed endpoint's age on every motor tick."""</a:t>
            </a:r>
          </a:p>
          <a:p xmlns:a="http://schemas.openxmlformats.org/drawingml/2006/main">
            <a:r>
              <a:t>        with self.lock:</a:t>
            </a:r>
          </a:p>
          <a:p xmlns:a="http://schemas.openxmlformats.org/drawingml/2006/main">
            <a:r>
              <a:t>            self.check_deadlines()</a:t>
            </a:r>
          </a:p>
          <a:p xmlns:a="http://schemas.openxmlformats.org/drawingml/2006/main">
            <a:r>
              <a:t>            if self.failure or not self.active or self.held:</a:t>
            </a:r>
          </a:p>
          <a:p xmlns:a="http://schemas.openxmlformats.org/drawingml/2006/main">
            <a:r>
              <a:t>                return False</a:t>
            </a:r>
          </a:p>
          <a:p xmlns:a="http://schemas.openxmlformats.org/drawingml/2006/main">
            <a:r>
              <a:t>            if self.current is not None and self.clock() - self.current.capture_time &gt; self.max_age:</a:t>
            </a:r>
          </a:p>
          <a:p xmlns:a="http://schemas.openxmlformats.org/drawingml/2006/main">
            <a:r>
              <a:t>                self.fault("Dispatched action source observation is too old")</a:t>
            </a:r>
          </a:p>
          <a:p xmlns:a="http://schemas.openxmlformats.org/drawingml/2006/main">
            <a:r>
              <a:t>                return False</a:t>
            </a:r>
          </a:p>
          <a:p xmlns:a="http://schemas.openxmlformats.org/drawingml/2006/main">
            <a:r>
              <a:t>            return self.current is not None or not self.queue.empty()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ActionQueue.get_with_provenance advances the commitment cursor. An endpoint is already committed even if the robot is still moving toward it through interpolation. Alignment must not reinterpret that endpoint as replaceable future. A hold, reset or fault can still revoke interpolation and dispatch permission.</a:t>
            </a:r>
          </a:p>
          <a:p xmlns:a="http://schemas.openxmlformats.org/drawingml/2006/main">
            <a:r>
              <a:t/>
            </a:r>
          </a:p>
          <a:p xmlns:a="http://schemas.openxmlformats.org/drawingml/2006/main">
            <a:r>
              <a:t>The observation is anchored before the next endpoint is popped. A later request also captures an atomic continuation snapshot. These are different moments: aligned trimming uses the observation anchor, including progress that happened before request submission.</a:t>
            </a:r>
          </a:p>
          <a:p xmlns:a="http://schemas.openxmlformats.org/drawingml/2006/main">
            <a:r>
              <a:t/>
            </a:r>
          </a:p>
          <a:p xmlns:a="http://schemas.openxmlformats.org/drawingml/2006/main">
            <a:r>
              <a:t>Do not use qsize as a proxy for cursor advance: replacement changes queue length. Snapshot consistency also matters for RTC, which needs paired canonical/model continuation and provenance from the same moment.</a:t>
            </a:r>
          </a:p>
          <a:p xmlns:a="http://schemas.openxmlformats.org/drawingml/2006/main">
            <a:r>
              <a:t/>
            </a:r>
          </a:p>
          <a:p xmlns:a="http://schemas.openxmlformats.org/drawingml/2006/main">
            <a:r>
              <a:t>Review question: Does cursor 103 mean the robot physically reached endpoint 102?</a:t>
            </a:r>
          </a:p>
          <a:p xmlns:a="http://schemas.openxmlformats.org/drawingml/2006/main">
            <a:r>
              <a:t>Answer: No. It means 103 endpoints have been committed in that queue epoch. The latest may still be interpolating.</a:t>
            </a:r>
          </a:p>
          <a:p xmlns:a="http://schemas.openxmlformats.org/drawingml/2006/main">
            <a:r>
              <a:t/>
            </a:r>
          </a:p>
          <a:p xmlns:a="http://schemas.openxmlformats.org/drawingml/2006/main">
            <a:r>
              <a:t>Sources at c73a3f0403046f669326ca896755b00cbef415fa:</a:t>
            </a:r>
          </a:p>
          <a:p xmlns:a="http://schemas.openxmlformats.org/drawingml/2006/main">
            <a:r>
              <a:t>src/lerobot/policies/rtc/action_queue.py:107 — ActionQueue.get_with_provenance</a:t>
            </a:r>
          </a:p>
          <a:p xmlns:a="http://schemas.openxmlformats.org/drawingml/2006/main">
            <a:r>
              <a:t>src/lerobot/policies/rtc/action_queue.py:127 — ActionQueue.snapshot</a:t>
            </a:r>
          </a:p>
          <a:p xmlns:a="http://schemas.openxmlformats.org/drawingml/2006/main">
            <a:r>
              <a:t>src/lerobot/inference/execution.py:143 — ChunkRuntime.anchor_observation</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src/lerobot/policies/rtc/action_queue.py:107 ActionQueue.get_with_provenance</a:t>
            </a:r>
          </a:p>
          <a:p xmlns:a="http://schemas.openxmlformats.org/drawingml/2006/main">
            <a:r>
              <a:t>    def get_with_provenance(self) -&gt; tuple[Tensor, str | None, Any] | None:</a:t>
            </a:r>
          </a:p>
          <a:p xmlns:a="http://schemas.openxmlformats.org/drawingml/2006/main">
            <a:r>
              <a:t>        """Commit one action, returning its original request provenance atomically."""</a:t>
            </a:r>
          </a:p>
          <a:p xmlns:a="http://schemas.openxmlformats.org/drawingml/2006/main">
            <a:r>
              <a:t>        with self.lock:</a:t>
            </a:r>
          </a:p>
          <a:p xmlns:a="http://schemas.openxmlformats.org/drawingml/2006/main">
            <a:r>
              <a:t>            if self.queue is None or self.last_index &gt;= len(self.queue):</a:t>
            </a:r>
          </a:p>
          <a:p xmlns:a="http://schemas.openxmlformats.org/drawingml/2006/main">
            <a:r>
              <a:t>                return None</a:t>
            </a:r>
          </a:p>
          <a:p xmlns:a="http://schemas.openxmlformats.org/drawingml/2006/main">
            <a:r>
              <a:t/>
            </a:r>
          </a:p>
          <a:p xmlns:a="http://schemas.openxmlformats.org/drawingml/2006/main">
            <a:r>
              <a:t>            if self._task_queue is not None and len(self._task_queue) != len(self.queue):</a:t>
            </a:r>
          </a:p>
          <a:p xmlns:a="http://schemas.openxmlformats.org/drawingml/2006/main">
            <a:r>
              <a:t>                # A mismatch means some mutation broke the action/task lockstep.</a:t>
            </a:r>
          </a:p>
          <a:p xmlns:a="http://schemas.openxmlformats.org/drawingml/2006/main">
            <a:r>
              <a:t>                raise RuntimeError(</a:t>
            </a:r>
          </a:p>
          <a:p xmlns:a="http://schemas.openxmlformats.org/drawingml/2006/main">
            <a:r>
              <a:t>                    f"ActionQueue task labels out of sync with actions "</a:t>
            </a:r>
          </a:p>
          <a:p xmlns:a="http://schemas.openxmlformats.org/drawingml/2006/main">
            <a:r>
              <a:t>                    f"({len(self._task_queue)} labels for {len(self.queue)} actions) — "</a:t>
            </a:r>
          </a:p>
          <a:p xmlns:a="http://schemas.openxmlformats.org/drawingml/2006/main">
            <a:r>
              <a:t>                    "a queue mutation broke the action/task lockstep invariant"</a:t>
            </a:r>
          </a:p>
          <a:p xmlns:a="http://schemas.openxmlformats.org/drawingml/2006/main">
            <a:r>
              <a:t>                )</a:t>
            </a:r>
          </a:p>
          <a:p xmlns:a="http://schemas.openxmlformats.org/drawingml/2006/main">
            <a:r>
              <a:t>            action = self.queue[self.last_index]</a:t>
            </a:r>
          </a:p>
          <a:p xmlns:a="http://schemas.openxmlformats.org/drawingml/2006/main">
            <a:r>
              <a:t>            task = None if self._task_queue is None else self._task_queue[self.last_index]</a:t>
            </a:r>
          </a:p>
          <a:p xmlns:a="http://schemas.openxmlformats.org/drawingml/2006/main">
            <a:r>
              <a:t>            provenance = self._provenance_queue[self.last_index] if self._provenance_queue else None</a:t>
            </a:r>
          </a:p>
          <a:p xmlns:a="http://schemas.openxmlformats.org/drawingml/2006/main">
            <a:r>
              <a:t>            self.last_index += 1</a:t>
            </a:r>
          </a:p>
          <a:p xmlns:a="http://schemas.openxmlformats.org/drawingml/2006/main">
            <a:r>
              <a:t>            self._cursor += 1</a:t>
            </a:r>
          </a:p>
          <a:p xmlns:a="http://schemas.openxmlformats.org/drawingml/2006/main">
            <a:r>
              <a:t>            return action.clone(), task, provenance</a:t>
            </a:r>
          </a:p>
          <a:p xmlns:a="http://schemas.openxmlformats.org/drawingml/2006/main">
            <a:r>
              <a:t/>
            </a:r>
          </a:p>
          <a:p xmlns:a="http://schemas.openxmlformats.org/drawingml/2006/main">
            <a:r>
              <a:t>src/lerobot/policies/rtc/action_queue.py:127 ActionQueue.snapshot</a:t>
            </a:r>
          </a:p>
          <a:p xmlns:a="http://schemas.openxmlformats.org/drawingml/2006/main">
            <a:r>
              <a:t>    def snapshot(self) -&gt; QueueSnapshot:</a:t>
            </a:r>
          </a:p>
          <a:p xmlns:a="http://schemas.openxmlformats.org/drawingml/2006/main">
            <a:r>
              <a:t>        """Copy cursor, both continuations and their provenance under one lock."""</a:t>
            </a:r>
          </a:p>
          <a:p xmlns:a="http://schemas.openxmlformats.org/drawingml/2006/main">
            <a:r>
              <a:t>        with self.lock:</a:t>
            </a:r>
          </a:p>
          <a:p xmlns:a="http://schemas.openxmlformats.org/drawingml/2006/main">
            <a:r>
              <a:t>            return QueueSnapshot(</a:t>
            </a:r>
          </a:p>
          <a:p xmlns:a="http://schemas.openxmlformats.org/drawingml/2006/main">
            <a:r>
              <a:t>                generation=self._generation,</a:t>
            </a:r>
          </a:p>
          <a:p xmlns:a="http://schemas.openxmlformats.org/drawingml/2006/main">
            <a:r>
              <a:t>                cursor=self._cursor,</a:t>
            </a:r>
          </a:p>
          <a:p xmlns:a="http://schemas.openxmlformats.org/drawingml/2006/main">
            <a:r>
              <a:t>                index=self.last_index,</a:t>
            </a:r>
          </a:p>
          <a:p xmlns:a="http://schemas.openxmlformats.org/drawingml/2006/main">
            <a:r>
              <a:t>                model_actions=None</a:t>
            </a:r>
          </a:p>
          <a:p xmlns:a="http://schemas.openxmlformats.org/drawingml/2006/main">
            <a:r>
              <a:t>                if self.original_queue is None</a:t>
            </a:r>
          </a:p>
          <a:p xmlns:a="http://schemas.openxmlformats.org/drawingml/2006/main">
            <a:r>
              <a:t>                else self.original_queue[self.last_index :].clone(),</a:t>
            </a:r>
          </a:p>
          <a:p xmlns:a="http://schemas.openxmlformats.org/drawingml/2006/main">
            <a:r>
              <a:t>                canonical_actions=None if self.queue is None else self.queue[self.last_index :].clone(),</a:t>
            </a:r>
          </a:p>
          <a:p xmlns:a="http://schemas.openxmlformats.org/drawingml/2006/main">
            <a:r>
              <a:t>                provenance=tuple(self._provenance_queue[self.last_index :]),</a:t>
            </a:r>
          </a:p>
          <a:p xmlns:a="http://schemas.openxmlformats.org/drawingml/2006/main">
            <a:r>
              <a:t>            )</a:t>
            </a:r>
          </a:p>
          <a:p xmlns:a="http://schemas.openxmlformats.org/drawingml/2006/main">
            <a:r>
              <a:t/>
            </a:r>
          </a:p>
          <a:p xmlns:a="http://schemas.openxmlformats.org/drawingml/2006/main">
            <a:r>
              <a:t>src/lerobot/inference/execution.py:143 ChunkRuntime.anchor_observation</a:t>
            </a:r>
          </a:p>
          <a:p xmlns:a="http://schemas.openxmlformats.org/drawingml/2006/main">
            <a:r>
              <a:t>    def anchor_observation(self, observation: ObservationSnapshot) -&gt; ObservationSnapshot:</a:t>
            </a:r>
          </a:p>
          <a:p xmlns:a="http://schemas.openxmlformats.org/drawingml/2006/main">
            <a:r>
              <a:t>        """Bind a control-thread sample before committing the next endpoint.</a:t>
            </a:r>
          </a:p>
          <a:p xmlns:a="http://schemas.openxmlformats.org/drawingml/2006/main">
            <a:r>
              <a:t/>
            </a:r>
          </a:p>
          <a:p xmlns:a="http://schemas.openxmlformats.org/drawingml/2006/main">
            <a:r>
              <a:t>        The sampling caller must not pop actions between capture and this call.</a:t>
            </a:r>
          </a:p>
          <a:p xmlns:a="http://schemas.openxmlformats.org/drawingml/2006/main">
            <a:r>
              <a:t>        The rollout control thread owns both operations; a worker may replace</a:t>
            </a:r>
          </a:p>
          <a:p xmlns:a="http://schemas.openxmlformats.org/drawingml/2006/main">
            <a:r>
              <a:t>        the future concurrently but cannot advance this commitment cursor.</a:t>
            </a:r>
          </a:p>
          <a:p xmlns:a="http://schemas.openxmlformats.org/drawingml/2006/main">
            <a:r>
              <a:t>        """</a:t>
            </a:r>
          </a:p>
          <a:p xmlns:a="http://schemas.openxmlformats.org/drawingml/2006/main">
            <a:r>
              <a:t>        with self.lock:</a:t>
            </a:r>
          </a:p>
          <a:p xmlns:a="http://schemas.openxmlformats.org/drawingml/2006/main">
            <a:r>
              <a:t>            return replace(</a:t>
            </a:r>
          </a:p>
          <a:p xmlns:a="http://schemas.openxmlformats.org/drawingml/2006/main">
            <a:r>
              <a:t>                observation,</a:t>
            </a:r>
          </a:p>
          <a:p xmlns:a="http://schemas.openxmlformats.org/drawingml/2006/main">
            <a:r>
              <a:t>                action_cursor=self.queue.snapshot().cursor,</a:t>
            </a:r>
          </a:p>
          <a:p xmlns:a="http://schemas.openxmlformats.org/drawingml/2006/main">
            <a:r>
              <a:t>                execution_generation=self.generation,</a:t>
            </a:r>
          </a:p>
          <a:p xmlns:a="http://schemas.openxmlformats.org/drawingml/2006/main">
            <a:r>
              <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an eight-action execution slice A0 through A7 and a capture anchor of 100. One endpoint commits before submission, and two more commit while inference runs. The current cursor is 103, so aligned trim is 103 − 100 = 3. It is not merely the two endpoints consumed after submission.</a:t>
            </a:r>
          </a:p>
          <a:p xmlns:a="http://schemas.openxmlformats.org/drawingml/2006/main">
            <a:r>
              <a:t/>
            </a:r>
          </a:p>
          <a:p xmlns:a="http://schemas.openxmlformats.org/drawingml/2006/main">
            <a:r>
              <a:t>Append preserves the remaining old trajectory and places all eight new actions after it. This is bounded to one accepted successor, but the prediction waits and ages. Alignment replaces the uncommitted old future with A3 through A7.</a:t>
            </a:r>
          </a:p>
          <a:p xmlns:a="http://schemas.openxmlformats.org/drawingml/2006/main">
            <a:r>
              <a:t/>
            </a:r>
          </a:p>
          <a:p xmlns:a="http://schemas.openxmlformats.org/drawingml/2006/main">
            <a:r>
              <a:t>At startup no endpoint has committed, so a slow first inference does not justify skipping the first actions. If trim consumes the entire execution slice, the aligned result is rejected; it never extends to unused prediction steps. The diagram is conceptual, not a measured robot trace.</a:t>
            </a:r>
          </a:p>
          <a:p xmlns:a="http://schemas.openxmlformats.org/drawingml/2006/main">
            <a:r>
              <a:t/>
            </a:r>
          </a:p>
          <a:p xmlns:a="http://schemas.openxmlformats.org/drawingml/2006/main">
            <a:r>
              <a:t>Review question: If 500 ms pass but the cursor has not advanced, how many steps does plain alignment trim?</a:t>
            </a:r>
          </a:p>
          <a:p xmlns:a="http://schemas.openxmlformats.org/drawingml/2006/main">
            <a:r>
              <a:t>Answer: Zero. Plain alignment uses committed progress, not elapsed wall time. Freshness and deadlines are still checked separately.</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src/lerobot/inference/execution.py:386 — ChunkRuntime._accept_aligned</a:t>
            </a:r>
          </a:p>
          <a:p xmlns:a="http://schemas.openxmlformats.org/drawingml/2006/main">
            <a:r>
              <a:t>tests/inference/test_aligned_execution.py:59 — test_observation_anchor_accounts_for_progress_before_and_during_request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src/lerobot/inference/execution.py:386 ChunkRuntime._accept_aligned</a:t>
            </a:r>
          </a:p>
          <a:p xmlns:a="http://schemas.openxmlformats.org/drawingml/2006/main">
            <a:r>
              <a:t>    def _accept_aligned(</a:t>
            </a:r>
          </a:p>
          <a:p xmlns:a="http://schemas.openxmlformats.org/drawingml/2006/main">
            <a:r>
              <a:t>        self, request: ChunkRequest, actions: torch.Tensor, provenance: ActionProvenance, now: float</a:t>
            </a:r>
          </a:p>
          <a:p xmlns:a="http://schemas.openxmlformats.org/drawingml/2006/main">
            <a:r>
              <a:t>    ) -&gt; bool:</a:t>
            </a:r>
          </a:p>
          <a:p xmlns:a="http://schemas.openxmlformats.org/drawingml/2006/main">
            <a:r>
              <a:t>        snapshot = self.queue.snapshot()</a:t>
            </a:r>
          </a:p>
          <a:p xmlns:a="http://schemas.openxmlformats.org/drawingml/2006/main">
            <a:r>
              <a:t>        anchor = request.observation.action_cursor</a:t>
            </a:r>
          </a:p>
          <a:p xmlns:a="http://schemas.openxmlformats.org/drawingml/2006/main">
            <a:r>
              <a:t>        if anchor is None or request.observation.execution_generation != self.generation:</a:t>
            </a:r>
          </a:p>
          <a:p xmlns:a="http://schemas.openxmlformats.org/drawingml/2006/main">
            <a:r>
              <a:t>            self.fault("Aligned result lacks its observation commitment anchor")</a:t>
            </a:r>
          </a:p>
          <a:p xmlns:a="http://schemas.openxmlformats.org/drawingml/2006/main">
            <a:r>
              <a:t>            return False</a:t>
            </a:r>
          </a:p>
          <a:p xmlns:a="http://schemas.openxmlformats.org/drawingml/2006/main">
            <a:r>
              <a:t>        trim = snapshot.cursor - anchor</a:t>
            </a:r>
          </a:p>
          <a:p xmlns:a="http://schemas.openxmlformats.org/drawingml/2006/main">
            <a:r>
              <a:t>        self.last_accept["trimmed_actions"] = trim</a:t>
            </a:r>
          </a:p>
          <a:p xmlns:a="http://schemas.openxmlformats.org/drawingml/2006/main">
            <a:r>
              <a:t>        if trim &lt; 0 or trim &gt;= len(actions):</a:t>
            </a:r>
          </a:p>
          <a:p xmlns:a="http://schemas.openxmlformats.org/drawingml/2006/main">
            <a:r>
              <a:t>            self.last_accept["rejection"] = "no usable aligned suffix"</a:t>
            </a:r>
          </a:p>
          <a:p xmlns:a="http://schemas.openxmlformats.org/drawingml/2006/main">
            <a:r>
              <a:t>            return False</a:t>
            </a:r>
          </a:p>
          <a:p xmlns:a="http://schemas.openxmlformats.org/drawingml/2006/main">
            <a:r>
              <a:t>        future = actions[trim:].clone()</a:t>
            </a:r>
          </a:p>
          <a:p xmlns:a="http://schemas.openxmlformats.org/drawingml/2006/main">
            <a:r>
              <a:t>        sources = [provenance] * len(future)</a:t>
            </a:r>
          </a:p>
          <a:p xmlns:a="http://schemas.openxmlformats.org/drawingml/2006/main">
            <a:r>
              <a:t>        previous = snapshot.canonical_actions</a:t>
            </a:r>
          </a:p>
          <a:p xmlns:a="http://schemas.openxmlformats.org/drawingml/2006/main">
            <a:r>
              <a:t>        overlap = min(len(previous), len(future)) if previous is not None else 0</a:t>
            </a:r>
          </a:p>
          <a:p xmlns:a="http://schemas.openxmlformats.org/drawingml/2006/main">
            <a:r>
              <a:t>        self.last_accept["overlap_steps"] = overlap</a:t>
            </a:r>
          </a:p>
          <a:p xmlns:a="http://schemas.openxmlformats.org/drawingml/2006/main">
            <a:r>
              <a:t>        if self.blend_indices and max(self.blend_indices) &gt;= future.shape[1]:</a:t>
            </a:r>
          </a:p>
          <a:p xmlns:a="http://schemas.openxmlformats.org/drawingml/2006/main">
            <a:r>
              <a:t>            self.fault("Blend component index exceeds canonical action dimensions")</a:t>
            </a:r>
          </a:p>
          <a:p xmlns:a="http://schemas.openxmlformats.org/drawingml/2006/main">
            <a:r>
              <a:t>            return False</a:t>
            </a:r>
          </a:p>
          <a:p xmlns:a="http://schemas.openxmlformats.org/drawingml/2006/main">
            <a:r>
              <a:t>        if previous is not None and self.blend_weight &lt; 1:</a:t>
            </a:r>
          </a:p>
          <a:p xmlns:a="http://schemas.openxmlformats.org/drawingml/2006/main">
            <a:r>
              <a:t>            for index in range(min(overlap, self.blend_steps)):</a:t>
            </a:r>
          </a:p>
          <a:p xmlns:a="http://schemas.openxmlformats.org/drawingml/2006/main">
            <a:r>
              <a:t>                old = snapshot.provenance[index]</a:t>
            </a:r>
          </a:p>
          <a:p xmlns:a="http://schemas.openxmlformats.org/drawingml/2006/main">
            <a:r>
              <a:t>                if (</a:t>
            </a:r>
          </a:p>
          <a:p xmlns:a="http://schemas.openxmlformats.org/drawingml/2006/main">
            <a:r>
              <a:t>                    old is None</a:t>
            </a:r>
          </a:p>
          <a:p xmlns:a="http://schemas.openxmlformats.org/drawingml/2006/main">
            <a:r>
              <a:t>                    or not self._same_context(old, provenance)</a:t>
            </a:r>
          </a:p>
          <a:p xmlns:a="http://schemas.openxmlformats.org/drawingml/2006/main">
            <a:r>
              <a:t>                    or not 0 &lt;= now - old.capture_time &lt;= self.max_age</a:t>
            </a:r>
          </a:p>
          <a:p xmlns:a="http://schemas.openxmlformats.org/drawingml/2006/main">
            <a:r>
              <a:t>                ):</a:t>
            </a:r>
          </a:p>
          <a:p xmlns:a="http://schemas.openxmlformats.org/drawingml/2006/main">
            <a:r>
              <a:t>                    continue</a:t>
            </a:r>
          </a:p>
          <a:p xmlns:a="http://schemas.openxmlformats.org/drawingml/2006/main">
            <a:r>
              <a:t>                coordinates = list(self.blend_indices)</a:t>
            </a:r>
          </a:p>
          <a:p xmlns:a="http://schemas.openxmlformats.org/drawingml/2006/main">
            <a:r>
              <a:t>                future[index, coordinates] = (1 - self.blend_weight) * previous[</a:t>
            </a:r>
          </a:p>
          <a:p xmlns:a="http://schemas.openxmlformats.org/drawingml/2006/main">
            <a:r>
              <a:t>[Excerpt continues in the source file.]</a:t>
            </a:r>
          </a:p>
          <a:p xmlns:a="http://schemas.openxmlformats.org/drawingml/2006/main">
            <a:r>
              <a:t/>
            </a:r>
          </a:p>
          <a:p xmlns:a="http://schemas.openxmlformats.org/drawingml/2006/main">
            <a:r>
              <a:t>tests/inference/test_aligned_execution.py:59 test_observation_anchor_accounts_for_progress_before_and_during_request</a:t>
            </a:r>
          </a:p>
          <a:p xmlns:a="http://schemas.openxmlformats.org/drawingml/2006/main">
            <a:r>
              <a:t>def test_observation_anchor_accounts_for_progress_before_and_during_request():</a:t>
            </a:r>
          </a:p>
          <a:p xmlns:a="http://schemas.openxmlformats.org/drawingml/2006/main">
            <a:r>
              <a:t>    rt, clock = runtime()</a:t>
            </a:r>
          </a:p>
          <a:p xmlns:a="http://schemas.openxmlformats.org/drawingml/2006/main">
            <a:r>
              <a:t>    initial(rt, clock)</a:t>
            </a:r>
          </a:p>
          <a:p xmlns:a="http://schemas.openxmlformats.org/drawingml/2006/main">
            <a:r>
              <a:t>    rt.pop()  # committed endpoint 0, still potentially interpolating toward it</a:t>
            </a:r>
          </a:p>
          <a:p xmlns:a="http://schemas.openxmlformats.org/drawingml/2006/main">
            <a:r>
              <a:t>    clock.now += 0.1</a:t>
            </a:r>
          </a:p>
          <a:p xmlns:a="http://schemas.openxmlformats.org/drawingml/2006/main">
            <a:r>
              <a:t>    source = sample(rt, clock)  # action zero assigned to endpoint 1</a:t>
            </a:r>
          </a:p>
          <a:p xmlns:a="http://schemas.openxmlformats.org/drawingml/2006/main">
            <a:r>
              <a:t>    rt.pop()  # endpoint 1 committed before request submission</a:t>
            </a:r>
          </a:p>
          <a:p xmlns:a="http://schemas.openxmlformats.org/drawingml/2006/main">
            <a:r>
              <a:t>    request = rt.begin(source)</a:t>
            </a:r>
          </a:p>
          <a:p xmlns:a="http://schemas.openxmlformats.org/drawingml/2006/main">
            <a:r>
              <a:t>    assert request.continuation.cursor == 2</a:t>
            </a:r>
          </a:p>
          <a:p xmlns:a="http://schemas.openxmlformats.org/drawingml/2006/main">
            <a:r>
              <a:t>    rt.pop()  # endpoint 2 committed during inference</a:t>
            </a:r>
          </a:p>
          <a:p xmlns:a="http://schemas.openxmlformats.org/drawingml/2006/main">
            <a:r>
              <a:t>    clock.now += 0.001  # wall-time estimate is irrelevant to aligned trimming</a:t>
            </a:r>
          </a:p>
          <a:p xmlns:a="http://schemas.openxmlformats.org/drawingml/2006/main">
            <a:r>
              <a:t>    assert rt.accept(request, result(request, 10), task_version=0)</a:t>
            </a:r>
          </a:p>
          <a:p xmlns:a="http://schemas.openxmlformats.org/drawingml/2006/main">
            <a:r>
              <a:t>    assert rt.last_accept["trimmed_actions"] == 2</a:t>
            </a:r>
          </a:p>
          <a:p xmlns:a="http://schemas.openxmlformats.org/drawingml/2006/main">
            <a:r>
              <a:t>    assert rt.queue.qsize() == 4</a:t>
            </a:r>
          </a:p>
          <a:p xmlns:a="http://schemas.openxmlformats.org/drawingml/2006/main">
            <a:r>
              <a:t>    assert rt.pop()[0].tolist() == [12, 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explicitly selects blend_components from the deployment’s allowed continuous canonical coordinates. No gripper is automatically selected. The scalar numbers here are an illustrative arithmetic example, not a recommended joint command.</a:t>
            </a:r>
          </a:p>
          <a:p xmlns:a="http://schemas.openxmlformats.org/drawingml/2006/main">
            <a:r>
              <a:t/>
            </a:r>
          </a:p>
          <a:p xmlns:a="http://schemas.openxmlformats.org/drawingml/2006/main">
            <a:r>
              <a:t>Only the first min(overlap, blend_steps) slots can blend, and only when context matches and the old source remains eligible. Non-selected coordinates remain the incoming values. There is no invented overlap at the end of a short old trajectory. Weight 1 is exact replacement.</a:t>
            </a:r>
          </a:p>
          <a:p xmlns:a="http://schemas.openxmlformats.org/drawingml/2006/main">
            <a:r>
              <a:t/>
            </a:r>
          </a:p>
          <a:p xmlns:a="http://schemas.openxmlformats.org/drawingml/2006/main">
            <a:r>
              <a:t>Provenance keeps the oldest contributing capture time plus bounded contributor metadata. Repeated blending cannot disguise an old target as newly captured. This is a fixed weighted mixture, not an optimizer or a guarantee of task success. Relative model actions are postprocessed into canonical coordinates before plain blending.</a:t>
            </a:r>
          </a:p>
          <a:p xmlns:a="http://schemas.openxmlformats.org/drawingml/2006/main">
            <a:r>
              <a:t/>
            </a:r>
          </a:p>
          <a:p xmlns:a="http://schemas.openxmlformats.org/drawingml/2006/main">
            <a:r>
              <a:t>Review question: Can a fresh incoming chunk make an old blended contribution fresh again?</a:t>
            </a:r>
          </a:p>
          <a:p xmlns:a="http://schemas.openxmlformats.org/drawingml/2006/main">
            <a:r>
              <a:t>Answer: No. The resulting action carries a conservative age based on the oldest contributing source.</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src/lerobot/inference/execution.py:386 — ChunkRuntime._accept_aligned</a:t>
            </a:r>
          </a:p>
          <a:p xmlns:a="http://schemas.openxmlformats.org/drawingml/2006/main">
            <a:r>
              <a:t>src/lerobot/inference/execution.py:367 — ChunkRuntime._blended_provenance</a:t>
            </a:r>
          </a:p>
          <a:p xmlns:a="http://schemas.openxmlformats.org/drawingml/2006/main">
            <a:r>
              <a:t>tests/inference/test_aligned_execution.py:283 — test_weighted_blend_matches_future_steps_and_keeps_gripper_incoming</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src/lerobot/inference/execution.py:386 ChunkRuntime._accept_aligned</a:t>
            </a:r>
          </a:p>
          <a:p xmlns:a="http://schemas.openxmlformats.org/drawingml/2006/main">
            <a:r>
              <a:t>        previous = snapshot.canonical_actions</a:t>
            </a:r>
          </a:p>
          <a:p xmlns:a="http://schemas.openxmlformats.org/drawingml/2006/main">
            <a:r>
              <a:t>        overlap = min(len(previous), len(future)) if previous is not None else 0</a:t>
            </a:r>
          </a:p>
          <a:p xmlns:a="http://schemas.openxmlformats.org/drawingml/2006/main">
            <a:r>
              <a:t>        self.last_accept["overlap_steps"] = overlap</a:t>
            </a:r>
          </a:p>
          <a:p xmlns:a="http://schemas.openxmlformats.org/drawingml/2006/main">
            <a:r>
              <a:t>        if self.blend_indices and max(self.blend_indices) &gt;= future.shape[1]:</a:t>
            </a:r>
          </a:p>
          <a:p xmlns:a="http://schemas.openxmlformats.org/drawingml/2006/main">
            <a:r>
              <a:t>            self.fault("Blend component index exceeds canonical action dimensions")</a:t>
            </a:r>
          </a:p>
          <a:p xmlns:a="http://schemas.openxmlformats.org/drawingml/2006/main">
            <a:r>
              <a:t>            return False</a:t>
            </a:r>
          </a:p>
          <a:p xmlns:a="http://schemas.openxmlformats.org/drawingml/2006/main">
            <a:r>
              <a:t>        if previous is not None and self.blend_weight &lt; 1:</a:t>
            </a:r>
          </a:p>
          <a:p xmlns:a="http://schemas.openxmlformats.org/drawingml/2006/main">
            <a:r>
              <a:t>            for index in range(min(overlap, self.blend_steps)):</a:t>
            </a:r>
          </a:p>
          <a:p xmlns:a="http://schemas.openxmlformats.org/drawingml/2006/main">
            <a:r>
              <a:t>                old = snapshot.provenance[index]</a:t>
            </a:r>
          </a:p>
          <a:p xmlns:a="http://schemas.openxmlformats.org/drawingml/2006/main">
            <a:r>
              <a:t>                if (</a:t>
            </a:r>
          </a:p>
          <a:p xmlns:a="http://schemas.openxmlformats.org/drawingml/2006/main">
            <a:r>
              <a:t>                    old is None</a:t>
            </a:r>
          </a:p>
          <a:p xmlns:a="http://schemas.openxmlformats.org/drawingml/2006/main">
            <a:r>
              <a:t>                    or not self._same_context(old, provenance)</a:t>
            </a:r>
          </a:p>
          <a:p xmlns:a="http://schemas.openxmlformats.org/drawingml/2006/main">
            <a:r>
              <a:t>                    or not 0 &lt;= now - old.capture_time &lt;= self.max_age</a:t>
            </a:r>
          </a:p>
          <a:p xmlns:a="http://schemas.openxmlformats.org/drawingml/2006/main">
            <a:r>
              <a:t>                ):</a:t>
            </a:r>
          </a:p>
          <a:p xmlns:a="http://schemas.openxmlformats.org/drawingml/2006/main">
            <a:r>
              <a:t>                    continue</a:t>
            </a:r>
          </a:p>
          <a:p xmlns:a="http://schemas.openxmlformats.org/drawingml/2006/main">
            <a:r>
              <a:t>                coordinates = list(self.blend_indices)</a:t>
            </a:r>
          </a:p>
          <a:p xmlns:a="http://schemas.openxmlformats.org/drawingml/2006/main">
            <a:r>
              <a:t>                future[index, coordinates] = (1 - self.blend_weight) * previous[</a:t>
            </a:r>
          </a:p>
          <a:p xmlns:a="http://schemas.openxmlformats.org/drawingml/2006/main">
            <a:r>
              <a:t>                    index, coordinates</a:t>
            </a:r>
          </a:p>
          <a:p xmlns:a="http://schemas.openxmlformats.org/drawingml/2006/main">
            <a:r>
              <a:t>                ] + self.blend_weight * future[index, coordinates]</a:t>
            </a:r>
          </a:p>
          <a:p xmlns:a="http://schemas.openxmlformats.org/drawingml/2006/main">
            <a:r>
              <a:t>                sources[index] = self._blended_provenance(old, provenance)</a:t>
            </a:r>
          </a:p>
          <a:p xmlns:a="http://schemas.openxmlformats.org/drawingml/2006/main">
            <a:r>
              <a:t>                self.last_accept["blended_steps"] += 1</a:t>
            </a:r>
          </a:p>
          <a:p xmlns:a="http://schemas.openxmlformats.org/drawingml/2006/main">
            <a:r>
              <a:t>        if self._last_action is not None:</a:t>
            </a:r>
          </a:p>
          <a:p xmlns:a="http://schemas.openxmlformats.org/drawingml/2006/main">
            <a:r>
              <a:t>            self.last_accept["transition_delta"] = (future[0] - self._last_action).tolist()</a:t>
            </a:r>
          </a:p>
          <a:p xmlns:a="http://schemas.openxmlformats.org/drawingml/2006/main">
            <a:r>
              <a:t>        if overlap and previous is not None:</a:t>
            </a:r>
          </a:p>
          <a:p xmlns:a="http://schemas.openxmlformats.org/drawingml/2006/main">
            <a:r>
              <a:t>            self.last_accept["replacement_delta"] = (future[0] - previous[0]).tolist()</a:t>
            </a:r>
          </a:p>
          <a:p xmlns:a="http://schemas.openxmlformats.org/drawingml/2006/main">
            <a:r>
              <a:t>        accepted = self.queue.replace_future(future, sources, snapshot=snapshot)</a:t>
            </a:r>
          </a:p>
          <a:p xmlns:a="http://schemas.openxmlformats.org/drawingml/2006/main">
            <a:r>
              <a:t>        self.last_accept.update(</a:t>
            </a:r>
          </a:p>
          <a:p xmlns:a="http://schemas.openxmlformats.org/drawingml/2006/main">
            <a:r>
              <a:t>            accepted=accepted,</a:t>
            </a:r>
          </a:p>
          <a:p xmlns:a="http://schemas.openxmlformats.org/drawingml/2006/main">
            <a:r>
              <a:t>            usable_actions=len(future),</a:t>
            </a:r>
          </a:p>
          <a:p xmlns:a="http://schemas.openxmlformats.org/drawingml/2006/main">
            <a:r>
              <a:t>            estimated_first_dispatch_source_age_s=now - sources[0].capture_time,</a:t>
            </a:r>
          </a:p>
          <a:p xmlns:a="http://schemas.openxmlformats.org/drawingml/2006/main">
            <a:r>
              <a:t>        )</a:t>
            </a:r>
          </a:p>
          <a:p xmlns:a="http://schemas.openxmlformats.org/drawingml/2006/main">
            <a:r>
              <a:t>        return accepted</a:t>
            </a:r>
          </a:p>
          <a:p xmlns:a="http://schemas.openxmlformats.org/drawingml/2006/main">
            <a:r>
              <a:t/>
            </a:r>
          </a:p>
          <a:p xmlns:a="http://schemas.openxmlformats.org/drawingml/2006/main">
            <a:r>
              <a:t>src/lerobot/inference/execution.py:367 ChunkRuntime._blended_provenance</a:t>
            </a:r>
          </a:p>
          <a:p xmlns:a="http://schemas.openxmlformats.org/drawingml/2006/main">
            <a:r>
              <a:t>    def _blended_provenance(old: ActionProvenance, new: ActionProvenance) -&gt; ActionProvenance:</a:t>
            </a:r>
          </a:p>
          <a:p xmlns:a="http://schemas.openxmlformats.org/drawingml/2006/main">
            <a:r>
              <a:t>        """Summarize all contributing history in constant storage, without refreshing age."""</a:t>
            </a:r>
          </a:p>
          <a:p xmlns:a="http://schemas.openxmlformats.org/drawingml/2006/main">
            <a:r>
              <a:t>        oldest = old.oldest_contributor or ActionSource(old.capture_time, old.observation_id, old.request_id)</a:t>
            </a:r>
          </a:p>
          <a:p xmlns:a="http://schemas.openxmlformats.org/drawingml/2006/main">
            <a:r>
              <a:t>        if new.capture_time &lt; oldest.capture_time:</a:t>
            </a:r>
          </a:p>
          <a:p xmlns:a="http://schemas.openxmlformats.org/drawingml/2006/main">
            <a:r>
              <a:t>            oldest = ActionSource(new.capture_time, new.observation_id, new.request_id)</a:t>
            </a:r>
          </a:p>
          <a:p xmlns:a="http://schemas.openxmlformats.org/drawingml/2006/main">
            <a:r>
              <a:t>        digest = hashlib.sha256(</a:t>
            </a:r>
          </a:p>
          <a:p xmlns:a="http://schemas.openxmlformats.org/drawingml/2006/main">
            <a:r>
              <a:t>            json.dumps(</a:t>
            </a:r>
          </a:p>
          <a:p xmlns:a="http://schemas.openxmlformats.org/drawingml/2006/main">
            <a:r>
              <a:t>                [old.contributor_digest, old.request_id, old.capture_time, new.request_id, new.capture_time],</a:t>
            </a:r>
          </a:p>
          <a:p xmlns:a="http://schemas.openxmlformats.org/drawingml/2006/main">
            <a:r>
              <a:t>                separators=(",", ":"),</a:t>
            </a:r>
          </a:p>
          <a:p xmlns:a="http://schemas.openxmlformats.org/drawingml/2006/main">
            <a:r>
              <a:t>            ).encode()</a:t>
            </a:r>
          </a:p>
          <a:p xmlns:a="http://schemas.openxmlformats.org/drawingml/2006/main">
            <a:r>
              <a:t>        ).hexdigest()</a:t>
            </a:r>
          </a:p>
          <a:p xmlns:a="http://schemas.openxmlformats.org/drawingml/2006/main">
            <a:r>
              <a:t>        return replace(</a:t>
            </a:r>
          </a:p>
          <a:p xmlns:a="http://schemas.openxmlformats.org/drawingml/2006/main">
            <a:r>
              <a:t>            new,</a:t>
            </a:r>
          </a:p>
          <a:p xmlns:a="http://schemas.openxmlformats.org/drawingml/2006/main">
            <a:r>
              <a:t>            capture_time=oldest.capture_time,</a:t>
            </a:r>
          </a:p>
          <a:p xmlns:a="http://schemas.openxmlformats.org/drawingml/2006/main">
            <a:r>
              <a:t>            oldest_contributor=oldest,</a:t>
            </a:r>
          </a:p>
          <a:p xmlns:a="http://schemas.openxmlformats.org/drawingml/2006/main">
            <a:r>
              <a:t>            contributor_count=min(old.contributor_count + 1, 2**63 - 1),</a:t>
            </a:r>
          </a:p>
          <a:p xmlns:a="http://schemas.openxmlformats.org/drawingml/2006/main">
            <a:r>
              <a:t>            contributor_digest=digest,</a:t>
            </a:r>
          </a:p>
          <a:p xmlns:a="http://schemas.openxmlformats.org/drawingml/2006/main">
            <a:r>
              <a:t>        )</a:t>
            </a:r>
          </a:p>
          <a:p xmlns:a="http://schemas.openxmlformats.org/drawingml/2006/main">
            <a:r>
              <a:t/>
            </a:r>
          </a:p>
          <a:p xmlns:a="http://schemas.openxmlformats.org/drawingml/2006/main">
            <a:r>
              <a:t>tests/inference/test_aligned_execution.py:283 test_weighted_blend_matches_future_steps_and_keeps_gripper_incoming</a:t>
            </a:r>
          </a:p>
          <a:p xmlns:a="http://schemas.openxmlformats.org/drawingml/2006/main">
            <a:r>
              <a:t>def test_weighted_blend_matches_future_steps_and_keeps_gripper_incoming():</a:t>
            </a:r>
          </a:p>
          <a:p xmlns:a="http://schemas.openxmlformats.org/drawingml/2006/main">
            <a:r>
              <a:t>    rt, clock = runtime(blend_steps=2, blend_weight=0.25, blend_indices=(0,))</a:t>
            </a:r>
          </a:p>
          <a:p xmlns:a="http://schemas.openxmlformats.org/drawingml/2006/main">
            <a:r>
              <a:t>    initial(rt, clock)</a:t>
            </a:r>
          </a:p>
          <a:p xmlns:a="http://schemas.openxmlformats.org/drawingml/2006/main">
            <a:r>
              <a:t>    committed = rt.pop()[0].clone()</a:t>
            </a:r>
          </a:p>
          <a:p xmlns:a="http://schemas.openxmlformats.org/drawingml/2006/main">
            <a:r>
              <a:t>    clock.now += 0.1</a:t>
            </a:r>
          </a:p>
          <a:p xmlns:a="http://schemas.openxmlformats.org/drawingml/2006/main">
            <a:r>
              <a:t>    request = rt.begin(sample(rt, clock))</a:t>
            </a:r>
          </a:p>
          <a:p xmlns:a="http://schemas.openxmlformats.org/drawingml/2006/main">
            <a:r>
              <a:t>    assert rt.accept(request, result(request, 10), task_version=0)</a:t>
            </a:r>
          </a:p>
          <a:p xmlns:a="http://schemas.openxmlformats.org/drawingml/2006/main">
            <a:r>
              <a:t>    assert committed.tolist() == [0, 100]</a:t>
            </a:r>
          </a:p>
          <a:p xmlns:a="http://schemas.openxmlformats.org/drawingml/2006/main">
            <a:r>
              <a:t>    values = rt.queue.snapshot().canonical_actions</a:t>
            </a:r>
          </a:p>
          <a:p xmlns:a="http://schemas.openxmlformats.org/drawingml/2006/main">
            <a:r>
              <a:t>    torch.testing.assert_close(values[:3], torch.tensor([[3.25, 110], [4.25, 111], [12, 112]]))</a:t>
            </a:r>
          </a:p>
          <a:p xmlns:a="http://schemas.openxmlformats.org/drawingml/2006/main">
            <a:r>
              <a:t>    assert rt.last_accept["blended_steps"] == 2</a:t>
            </a:r>
          </a:p>
          <a:p xmlns:a="http://schemas.openxmlformats.org/drawingml/2006/main">
            <a:r>
              <a:t>    assert rt.last_accept["overlap_steps"] == 5</a:t>
            </a:r>
          </a:p>
          <a:p xmlns:a="http://schemas.openxmlformats.org/drawingml/2006/main">
            <a:r>
              <a:t>    assert rt.queue.qsize() == 6  # remaining old horizon does not accumulate</a:t>
            </a:r>
          </a:p>
          <a:p xmlns:a="http://schemas.openxmlformats.org/drawingml/2006/main">
            <a:r>
              <a:t>    sources = rt.queue.snapshot().provenance</a:t>
            </a:r>
          </a:p>
          <a:p xmlns:a="http://schemas.openxmlformats.org/drawingml/2006/main">
            <a:r>
              <a:t>    assert sources[0].capture_time == 10</a:t>
            </a:r>
          </a:p>
          <a:p xmlns:a="http://schemas.openxmlformats.org/drawingml/2006/main">
            <a:r>
              <a:t>    assert sources[0].contributor_count == 2</a:t>
            </a:r>
          </a:p>
          <a:p xmlns:a="http://schemas.openxmlformats.org/drawingml/2006/main">
            <a:r>
              <a:t>    assert sources[0].oldest_contributor.request_id</a:t>
            </a:r>
          </a:p>
          <a:p xmlns:a="http://schemas.openxmlformats.org/drawingml/2006/main">
            <a:r>
              <a:t>    assert sources[2].capture_time == 10.1</a:t>
            </a:r>
          </a:p>
          <a:p xmlns:a="http://schemas.openxmlformats.org/drawingml/2006/main">
            <a:r>
              <a:t>    assert sources[2].contributor_count ==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should_request gates both append and aligned chunk mode using remaining queued playback. Append also limits accepted successor storage. Aligned mode does not inherit that successor restriction because it replaces future targets.</a:t>
            </a:r>
          </a:p>
          <a:p xmlns:a="http://schemas.openxmlformats.org/drawingml/2006/main">
            <a:r>
              <a:t/>
            </a:r>
          </a:p>
          <a:p xmlns:a="http://schemas.openxmlformats.org/drawingml/2006/main">
            <a:r>
              <a:t>The corrected aligned implementation waits for the playback threshold before begin reserves an observation. While it waits, the latest-snapshot slot keeps updating. At request time it can choose a recent capture rather than an observation saved when the worker first became free.</a:t>
            </a:r>
          </a:p>
          <a:p xmlns:a="http://schemas.openxmlformats.org/drawingml/2006/main">
            <a:r>
              <a:t/>
            </a:r>
          </a:p>
          <a:p xmlns:a="http://schemas.openxmlformats.org/drawingml/2006/main">
            <a:r>
              <a:t>An aligned task change may bypass the playback threshold, but it does not bypass freshness, generation, one-in-flight or dispatch permission. The rolling maximum is a conservative floor based on past measurements, not a promise against the next latency spike.</a:t>
            </a:r>
          </a:p>
          <a:p xmlns:a="http://schemas.openxmlformats.org/drawingml/2006/main">
            <a:r>
              <a:t/>
            </a:r>
          </a:p>
          <a:p xmlns:a="http://schemas.openxmlformats.org/drawingml/2006/main">
            <a:r>
              <a:t>Review question: Does refill_seconds=0.2 mean “run inference every 0.2 seconds”?</a:t>
            </a:r>
          </a:p>
          <a:p xmlns:a="http://schemas.openxmlformats.org/drawingml/2006/main">
            <a:r>
              <a:t>Answer: No. It means request when roughly 0.2 seconds of queued playback remain, unless the measured floor is larger. Request spacing depends on the chunk horizon and execution progress.</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src/lerobot/inference/execution.py:139 — ChunkRuntime.effective_refill</a:t>
            </a:r>
          </a:p>
          <a:p xmlns:a="http://schemas.openxmlformats.org/drawingml/2006/main">
            <a:r>
              <a:t>src/lerobot/inference/execution.py:191 — ChunkRuntime.should_request</a:t>
            </a:r>
          </a:p>
          <a:p xmlns:a="http://schemas.openxmlformats.org/drawingml/2006/main">
            <a:r>
              <a:t>tests/inference/test_aligned_execution.py:109 — test_waiting_for_playback_does_not_reserve_an_old_capture</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src/lerobot/inference/execution.py:139 ChunkRuntime.effective_refill</a:t>
            </a:r>
          </a:p>
          <a:p xmlns:a="http://schemas.openxmlformats.org/drawingml/2006/main">
            <a:r>
              <a:t>    def effective_refill(self) -&gt; float:</a:t>
            </a:r>
          </a:p>
          <a:p xmlns:a="http://schemas.openxmlformats.org/drawingml/2006/main">
            <a:r>
              <a:t>        """Playback threshold including measured turnaround headroom."""</a:t>
            </a:r>
          </a:p>
          <a:p xmlns:a="http://schemas.openxmlformats.org/drawingml/2006/main">
            <a:r>
              <a:t>        return max(self.refill_seconds, self.turnaround + self.interval)</a:t>
            </a:r>
          </a:p>
          <a:p xmlns:a="http://schemas.openxmlformats.org/drawingml/2006/main">
            <a:r>
              <a:t/>
            </a:r>
          </a:p>
          <a:p xmlns:a="http://schemas.openxmlformats.org/drawingml/2006/main">
            <a:r>
              <a:t>src/lerobot/inference/execution.py:191 ChunkRuntime.should_request</a:t>
            </a:r>
          </a:p>
          <a:p xmlns:a="http://schemas.openxmlformats.org/drawingml/2006/main">
            <a:r>
              <a:t>    def should_request(self, *, task_version: int | None = None) -&gt; bool:</a:t>
            </a:r>
          </a:p>
          <a:p xmlns:a="http://schemas.openxmlformats.org/drawingml/2006/main">
            <a:r>
              <a:t>        """Check permission and playback need without reserving an observation.</a:t>
            </a:r>
          </a:p>
          <a:p xmlns:a="http://schemas.openxmlformats.org/drawingml/2006/main">
            <a:r>
              <a:t/>
            </a:r>
          </a:p>
          <a:p xmlns:a="http://schemas.openxmlformats.org/drawingml/2006/main">
            <a:r>
              <a:t>        Aligned task changes may bypass the playback threshold. ``begin`` still</a:t>
            </a:r>
          </a:p>
          <a:p xmlns:a="http://schemas.openxmlformats.org/drawingml/2006/main">
            <a:r>
              <a:t>        validates their fresh capture, generation and commitment anchor.</a:t>
            </a:r>
          </a:p>
          <a:p xmlns:a="http://schemas.openxmlformats.org/drawingml/2006/main">
            <a:r>
              <a:t>        """</a:t>
            </a:r>
          </a:p>
          <a:p xmlns:a="http://schemas.openxmlformats.org/drawingml/2006/main">
            <a:r>
              <a:t>        with self.lock:</a:t>
            </a:r>
          </a:p>
          <a:p xmlns:a="http://schemas.openxmlformats.org/drawingml/2006/main">
            <a:r>
              <a:t>            self.check_deadlines()</a:t>
            </a:r>
          </a:p>
          <a:p xmlns:a="http://schemas.openxmlformats.org/drawingml/2006/main">
            <a:r>
              <a:t>            if self.failure or not self.active or self.held or self.pending is not None:</a:t>
            </a:r>
          </a:p>
          <a:p xmlns:a="http://schemas.openxmlformats.org/drawingml/2006/main">
            <a:r>
              <a:t>                return False</a:t>
            </a:r>
          </a:p>
          <a:p xmlns:a="http://schemas.openxmlformats.org/drawingml/2006/main">
            <a:r>
              <a:t>            snapshot = self.queue.snapshot()</a:t>
            </a:r>
          </a:p>
          <a:p xmlns:a="http://schemas.openxmlformats.org/drawingml/2006/main">
            <a:r>
              <a:t>            if (</a:t>
            </a:r>
          </a:p>
          <a:p xmlns:a="http://schemas.openxmlformats.org/drawingml/2006/main">
            <a:r>
              <a:t>                self.chunk_merge == "aligned"</a:t>
            </a:r>
          </a:p>
          <a:p xmlns:a="http://schemas.openxmlformats.org/drawingml/2006/main">
            <a:r>
              <a:t>                and task_version is not None</a:t>
            </a:r>
          </a:p>
          <a:p xmlns:a="http://schemas.openxmlformats.org/drawingml/2006/main">
            <a:r>
              <a:t>                and self._last_anchor is not None</a:t>
            </a:r>
          </a:p>
          <a:p xmlns:a="http://schemas.openxmlformats.org/drawingml/2006/main">
            <a:r>
              <a:t>                and task_version != self._last_anchor[2]</a:t>
            </a:r>
          </a:p>
          <a:p xmlns:a="http://schemas.openxmlformats.org/drawingml/2006/main">
            <a:r>
              <a:t>            ):</a:t>
            </a:r>
          </a:p>
          <a:p xmlns:a="http://schemas.openxmlformats.org/drawingml/2006/main">
            <a:r>
              <a:t>                return True</a:t>
            </a:r>
          </a:p>
          <a:p xmlns:a="http://schemas.openxmlformats.org/drawingml/2006/main">
            <a:r>
              <a:t>            if self.mode is ExecutionMode.CHUNK and self.chunk_merge == "append":</a:t>
            </a:r>
          </a:p>
          <a:p xmlns:a="http://schemas.openxmlformats.org/drawingml/2006/main">
            <a:r>
              <a:t>                # One accepted successor beyond the executing chunk, never a chain</a:t>
            </a:r>
          </a:p>
          <a:p xmlns:a="http://schemas.openxmlformats.org/drawingml/2006/main">
            <a:r>
              <a:t>                # of old-observation predictions hidden behind newer provenance.</a:t>
            </a:r>
          </a:p>
          <a:p xmlns:a="http://schemas.openxmlformats.org/drawingml/2006/main">
            <a:r>
              <a:t>                sources = {p.request_id for p in snapshot.provenance if p is not None}</a:t>
            </a:r>
          </a:p>
          <a:p xmlns:a="http://schemas.openxmlformats.org/drawingml/2006/main">
            <a:r>
              <a:t>                if len(sources) &gt; 1:</a:t>
            </a:r>
          </a:p>
          <a:p xmlns:a="http://schemas.openxmlformats.org/drawingml/2006/main">
            <a:r>
              <a:t>                    return False</a:t>
            </a:r>
          </a:p>
          <a:p xmlns:a="http://schemas.openxmlformats.org/drawingml/2006/main">
            <a:r>
              <a:t>                if self.current and sources and self.current.request_id not in sources:</a:t>
            </a:r>
          </a:p>
          <a:p xmlns:a="http://schemas.openxmlformats.org/drawingml/2006/main">
            <a:r>
              <a:t>                    return False</a:t>
            </a:r>
          </a:p>
          <a:p xmlns:a="http://schemas.openxmlformats.org/drawingml/2006/main">
            <a:r>
              <a:t>            playback = self.queue.qsize() * self.interval</a:t>
            </a:r>
          </a:p>
          <a:p xmlns:a="http://schemas.openxmlformats.org/drawingml/2006/main">
            <a:r>
              <a:t>            return playback &lt;= self.effective_refill + 1e-9</a:t>
            </a:r>
          </a:p>
          <a:p xmlns:a="http://schemas.openxmlformats.org/drawingml/2006/main">
            <a:r>
              <a:t/>
            </a:r>
          </a:p>
          <a:p xmlns:a="http://schemas.openxmlformats.org/drawingml/2006/main">
            <a:r>
              <a:t>tests/inference/test_aligned_execution.py:109 test_waiting_for_playback_does_not_reserve_an_old_capture</a:t>
            </a:r>
          </a:p>
          <a:p xmlns:a="http://schemas.openxmlformats.org/drawingml/2006/main">
            <a:r>
              <a:t>def test_waiting_for_playback_does_not_reserve_an_old_capture():</a:t>
            </a:r>
          </a:p>
          <a:p xmlns:a="http://schemas.openxmlformats.org/drawingml/2006/main">
            <a:r>
              <a:t>    rt, clock = runtime(refill_seconds=0.3)</a:t>
            </a:r>
          </a:p>
          <a:p xmlns:a="http://schemas.openxmlformats.org/drawingml/2006/main">
            <a:r>
              <a:t>    first = initial(rt, clock)</a:t>
            </a:r>
          </a:p>
          <a:p xmlns:a="http://schemas.openxmlformats.org/drawingml/2006/main">
            <a:r>
              <a:t>    rt.pop()</a:t>
            </a:r>
          </a:p>
          <a:p xmlns:a="http://schemas.openxmlformats.org/drawingml/2006/main">
            <a:r>
              <a:t>    clock.now += 0.1</a:t>
            </a:r>
          </a:p>
          <a:p xmlns:a="http://schemas.openxmlformats.org/drawingml/2006/main">
            <a:r>
              <a:t>    waiting = sample(rt, clock)</a:t>
            </a:r>
          </a:p>
          <a:p xmlns:a="http://schemas.openxmlformats.org/drawingml/2006/main">
            <a:r>
              <a:t>    assert rt.begin(waiting) is None</a:t>
            </a:r>
          </a:p>
          <a:p xmlns:a="http://schemas.openxmlformats.org/drawingml/2006/main">
            <a:r>
              <a:t>    assert rt.pending is None</a:t>
            </a:r>
          </a:p>
          <a:p xmlns:a="http://schemas.openxmlformats.org/drawingml/2006/main">
            <a:r>
              <a:t>    rt.pop()</a:t>
            </a:r>
          </a:p>
          <a:p xmlns:a="http://schemas.openxmlformats.org/drawingml/2006/main">
            <a:r>
              <a:t>    clock.now += 0.1</a:t>
            </a:r>
          </a:p>
          <a:p xmlns:a="http://schemas.openxmlformats.org/drawingml/2006/main">
            <a:r>
              <a:t>    assert rt.begin(sample(rt, clock)) is None</a:t>
            </a:r>
          </a:p>
          <a:p xmlns:a="http://schemas.openxmlformats.org/drawingml/2006/main">
            <a:r>
              <a:t>    rt.pop()</a:t>
            </a:r>
          </a:p>
          <a:p xmlns:a="http://schemas.openxmlformats.org/drawingml/2006/main">
            <a:r>
              <a:t>    clock.now += 0.1</a:t>
            </a:r>
          </a:p>
          <a:p xmlns:a="http://schemas.openxmlformats.org/drawingml/2006/main">
            <a:r>
              <a:t>    latest = sample(rt, clock)</a:t>
            </a:r>
          </a:p>
          <a:p xmlns:a="http://schemas.openxmlformats.org/drawingml/2006/main">
            <a:r>
              <a:t>    request = rt.begin(latest)</a:t>
            </a:r>
          </a:p>
          <a:p xmlns:a="http://schemas.openxmlformats.org/drawingml/2006/main">
            <a:r>
              <a:t>    assert request is not None</a:t>
            </a:r>
          </a:p>
          <a:p xmlns:a="http://schemas.openxmlformats.org/drawingml/2006/main">
            <a:r>
              <a:t>    assert request.observation is latest</a:t>
            </a:r>
          </a:p>
          <a:p xmlns:a="http://schemas.openxmlformats.org/drawingml/2006/main">
            <a:r>
              <a:t>    assert request.observation.capture_time &gt; waiting.capture_time &gt; first.observation.capture_time</a:t>
            </a:r>
          </a:p>
          <a:p xmlns:a="http://schemas.openxmlformats.org/drawingml/2006/main">
            <a:r>
              <a:t>    assert request.observation.action_cursor == 3</a:t>
            </a:r>
          </a:p>
          <a:p xmlns:a="http://schemas.openxmlformats.org/drawingml/2006/main">
            <a:r>
              <a:t>    rt.pop()</a:t>
            </a:r>
          </a:p>
          <a:p xmlns:a="http://schemas.openxmlformats.org/drawingml/2006/main">
            <a:r>
              <a:t>    assert rt.accept(request, result(request, 10), task_version=0)</a:t>
            </a:r>
          </a:p>
          <a:p xmlns:a="http://schemas.openxmlformats.org/drawingml/2006/main">
            <a:r>
              <a:t>    assert rt.last_accept["trimmed_actions"] == 1</a:t>
            </a:r>
          </a:p>
          <a:p xmlns:a="http://schemas.openxmlformats.org/drawingml/2006/main">
            <a:r>
              <a:t>    assert rt.pop()[0].tolist() == [11,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regular aligned cycle, the incoming prediction is anchored at capture. Its valid tail ends approximately H×Δ later. Requesting when R_effective remains therefore gives approximate request spacing H×Δ − R_effective, when that value is positive and all other gates allow it.</a:t>
            </a:r>
          </a:p>
          <a:p xmlns:a="http://schemas.openxmlformats.org/drawingml/2006/main">
            <a:r>
              <a:t/>
            </a:r>
          </a:p>
          <a:p xmlns:a="http://schemas.openxmlformats.org/drawingml/2006/main">
            <a:r>
              <a:t>This approximation assumes capture near submission, regular endpoint commitment, stable turnaround and enough usable suffix. It ignores discrete tick quantization, capture delay, task changes and jitter. The interactive sliders below are explanatory arithmetic, not a runtime simulator or an automatic tuning recommendation.</a:t>
            </a:r>
          </a:p>
          <a:p xmlns:a="http://schemas.openxmlformats.org/drawingml/2006/main">
            <a:r>
              <a:t/>
            </a:r>
          </a:p>
          <a:p xmlns:a="http://schemas.openxmlformats.org/drawingml/2006/main">
            <a:r>
              <a:t>If the threshold covers the whole execution horizon, playback no longer delays requests; one-in-flight and fresh-advanced-capture gates still apply. Use request_spacing_s, committed_actions_since_request and playback_at_submission_s to see what actually happened on hardware.</a:t>
            </a:r>
          </a:p>
          <a:p xmlns:a="http://schemas.openxmlformats.org/drawingml/2006/main">
            <a:r>
              <a:t/>
            </a:r>
          </a:p>
          <a:p xmlns:a="http://schemas.openxmlformats.org/drawingml/2006/main">
            <a:r>
              <a:t>Review question: What changes if turnaround rises above the configured refill?</a:t>
            </a:r>
          </a:p>
          <a:p xmlns:a="http://schemas.openxmlformats.org/drawingml/2006/main">
            <a:r>
              <a:t>Answer: The measured floor raises the effective threshold. Requests begin earlier, reducing follow-through; a short horizon can still be insufficient.</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src/lerobot/inference/execution.py:220 — ChunkRuntime.begin</a:t>
            </a:r>
          </a:p>
          <a:p xmlns:a="http://schemas.openxmlformats.org/drawingml/2006/main">
            <a:r>
              <a:t>src/lerobot/rollout/inference/remote.py:374 — RemoteInferenceEngine._loop</a:t>
            </a:r>
          </a:p>
          <a:p xmlns:a="http://schemas.openxmlformats.org/drawingml/2006/main">
            <a:r>
              <a:t>tests/inference/test_aligned_execution.py:134 — test_aligned_refill_floor_uses_steady_turnaround_and_excludes_startup</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src/lerobot/inference/execution.py:220 ChunkRuntime.begin</a:t>
            </a:r>
          </a:p>
          <a:p xmlns:a="http://schemas.openxmlformats.org/drawingml/2006/main">
            <a:r>
              <a:t>    def begin(self, observation: ObservationSnapshot) -&gt; ChunkRequest | None:</a:t>
            </a:r>
          </a:p>
          <a:p xmlns:a="http://schemas.openxmlformats.org/drawingml/2006/main">
            <a:r>
              <a:t>        """Reserve inference against one atomic cursor/continuation snapshot."""</a:t>
            </a:r>
          </a:p>
          <a:p xmlns:a="http://schemas.openxmlformats.org/drawingml/2006/main">
            <a:r>
              <a:t>        with self.lock:</a:t>
            </a:r>
          </a:p>
          <a:p xmlns:a="http://schemas.openxmlformats.org/drawingml/2006/main">
            <a:r>
              <a:t>            if not self.should_request(task_version=observation.task_version):</a:t>
            </a:r>
          </a:p>
          <a:p xmlns:a="http://schemas.openxmlformats.org/drawingml/2006/main">
            <a:r>
              <a:t>                return None</a:t>
            </a:r>
          </a:p>
          <a:p xmlns:a="http://schemas.openxmlformats.org/drawingml/2006/main">
            <a:r>
              <a:t>            age = self.clock() - observation.capture_time</a:t>
            </a:r>
          </a:p>
          <a:p xmlns:a="http://schemas.openxmlformats.org/drawingml/2006/main">
            <a:r>
              <a:t>            if age &lt; 0 or age &gt; self.max_age:</a:t>
            </a:r>
          </a:p>
          <a:p xmlns:a="http://schemas.openxmlformats.org/drawingml/2006/main">
            <a:r>
              <a:t>                return None  # wait for a fresh capture; startup/dispatch deadlines still apply</a:t>
            </a:r>
          </a:p>
          <a:p xmlns:a="http://schemas.openxmlformats.org/drawingml/2006/main">
            <a:r>
              <a:t>            snapshot = self.queue.snapshot()</a:t>
            </a:r>
          </a:p>
          <a:p xmlns:a="http://schemas.openxmlformats.org/drawingml/2006/main">
            <a:r>
              <a:t>            if self.chunk_merge == "aligned":</a:t>
            </a:r>
          </a:p>
          <a:p xmlns:a="http://schemas.openxmlformats.org/drawingml/2006/main">
            <a:r>
              <a:t>                if (</a:t>
            </a:r>
          </a:p>
          <a:p xmlns:a="http://schemas.openxmlformats.org/drawingml/2006/main">
            <a:r>
              <a:t>                    observation.execution_generation != self.generation</a:t>
            </a:r>
          </a:p>
          <a:p xmlns:a="http://schemas.openxmlformats.org/drawingml/2006/main">
            <a:r>
              <a:t>                    or observation.action_cursor is None</a:t>
            </a:r>
          </a:p>
          <a:p xmlns:a="http://schemas.openxmlformats.org/drawingml/2006/main">
            <a:r>
              <a:t>                    or observation.action_cursor &gt; snapshot.cursor</a:t>
            </a:r>
          </a:p>
          <a:p xmlns:a="http://schemas.openxmlformats.org/drawingml/2006/main">
            <a:r>
              <a:t>                    or observation.capture_time &lt; self.started_at</a:t>
            </a:r>
          </a:p>
          <a:p xmlns:a="http://schemas.openxmlformats.org/drawingml/2006/main">
            <a:r>
              <a:t>                ):</a:t>
            </a:r>
          </a:p>
          <a:p xmlns:a="http://schemas.openxmlformats.org/drawingml/2006/main">
            <a:r>
              <a:t>                    return None</a:t>
            </a:r>
          </a:p>
          <a:p xmlns:a="http://schemas.openxmlformats.org/drawingml/2006/main">
            <a:r>
              <a:t>                if self._last_anchor is not None and (</a:t>
            </a:r>
          </a:p>
          <a:p xmlns:a="http://schemas.openxmlformats.org/drawingml/2006/main">
            <a:r>
              <a:t>                    (</a:t>
            </a:r>
          </a:p>
          <a:p xmlns:a="http://schemas.openxmlformats.org/drawingml/2006/main">
            <a:r>
              <a:t>                        observation.task_version == self._last_anchor[2]</a:t>
            </a:r>
          </a:p>
          <a:p xmlns:a="http://schemas.openxmlformats.org/drawingml/2006/main">
            <a:r>
              <a:t>                        and observation.action_cursor &lt;= self._last_anchor[0]</a:t>
            </a:r>
          </a:p>
          <a:p xmlns:a="http://schemas.openxmlformats.org/drawingml/2006/main">
            <a:r>
              <a:t>                    )</a:t>
            </a:r>
          </a:p>
          <a:p xmlns:a="http://schemas.openxmlformats.org/drawingml/2006/main">
            <a:r>
              <a:t>                    or observation.capture_time &lt;= self._last_anchor[1]</a:t>
            </a:r>
          </a:p>
          <a:p xmlns:a="http://schemas.openxmlformats.org/drawingml/2006/main">
            <a:r>
              <a:t>                ):</a:t>
            </a:r>
          </a:p>
          <a:p xmlns:a="http://schemas.openxmlformats.org/drawingml/2006/main">
            <a:r>
              <a:t>                    return None</a:t>
            </a:r>
          </a:p>
          <a:p xmlns:a="http://schemas.openxmlformats.org/drawingml/2006/main">
            <a:r>
              <a:t>                self._last_anchor = (</a:t>
            </a:r>
          </a:p>
          <a:p xmlns:a="http://schemas.openxmlformats.org/drawingml/2006/main">
            <a:r>
              <a:t>                    observation.action_cursor,</a:t>
            </a:r>
          </a:p>
          <a:p xmlns:a="http://schemas.openxmlformats.org/drawingml/2006/main">
            <a:r>
              <a:t>                    observation.capture_time,</a:t>
            </a:r>
          </a:p>
          <a:p xmlns:a="http://schemas.openxmlformats.org/drawingml/2006/main">
            <a:r>
              <a:t>                    observation.task_version,</a:t>
            </a:r>
          </a:p>
          <a:p xmlns:a="http://schemas.openxmlformats.org/drawingml/2006/main">
            <a:r>
              <a:t>                )</a:t>
            </a:r>
          </a:p>
          <a:p xmlns:a="http://schemas.openxmlformats.org/drawingml/2006/main">
            <a:r>
              <a:t>            available = 0 if snapshot.model_actions is None else len(snapshot.model_actions)</a:t>
            </a:r>
          </a:p>
          <a:p xmlns:a="http://schemas.openxmlformats.org/drawingml/2006/main">
            <a:r>
              <a:t>            self.pending = ChunkRequest(</a:t>
            </a:r>
          </a:p>
          <a:p xmlns:a="http://schemas.openxmlformats.org/drawingml/2006/main">
            <a:r>
              <a:t>[Excerpt continues in the source file.]</a:t>
            </a:r>
          </a:p>
          <a:p xmlns:a="http://schemas.openxmlformats.org/drawingml/2006/main">
            <a:r>
              <a:t/>
            </a:r>
          </a:p>
          <a:p xmlns:a="http://schemas.openxmlformats.org/drawingml/2006/main">
            <a:r>
              <a:t>src/lerobot/rollout/inference/remote.py:374 RemoteInferenceEngine._loop</a:t>
            </a:r>
          </a:p>
          <a:p xmlns:a="http://schemas.openxmlformats.org/drawingml/2006/main">
            <a:r>
              <a:t>                    configured_refill_s=self.runtime.refill_seconds,</a:t>
            </a:r>
          </a:p>
          <a:p xmlns:a="http://schemas.openxmlformats.org/drawingml/2006/main">
            <a:r>
              <a:t>                    effective_refill_s=self.runtime.effective_refill,</a:t>
            </a:r>
          </a:p>
          <a:p xmlns:a="http://schemas.openxmlformats.org/drawingml/2006/main">
            <a:r>
              <a:t>                    scheduling="playback_threshold",</a:t>
            </a:r>
          </a:p>
          <a:p xmlns:a="http://schemas.openxmlformats.org/drawingml/2006/main">
            <a:r>
              <a:t>                    request_spacing_s=request_spacing,</a:t>
            </a:r>
          </a:p>
          <a:p xmlns:a="http://schemas.openxmlformats.org/drawingml/2006/main">
            <a:r>
              <a:t>                    committed_actions_since_request=committed_since_request,</a:t>
            </a:r>
          </a:p>
          <a:p xmlns:a="http://schemas.openxmlformats.org/drawingml/2006/main">
            <a:r>
              <a:t>                    task_changed_since_request=task_changed,</a:t>
            </a:r>
          </a:p>
          <a:p xmlns:a="http://schemas.openxmlformats.org/drawingml/2006/main">
            <a:r>
              <a:t>                    recent_turnaround_s=self.runtime.turnaround,</a:t>
            </a:r>
          </a:p>
          <a:p xmlns:a="http://schemas.openxmlformats.org/drawingml/2006/main">
            <a:r>
              <a:t>                    playback_at_submission_s=request.playback_at_submission,</a:t>
            </a:r>
          </a:p>
          <a:p xmlns:a="http://schemas.openxmlformats.org/drawingml/2006/main">
            <a:r>
              <a:t>                    observation_age_at_submission_s=request.submitted_at - observation.capture_time,</a:t>
            </a:r>
          </a:p>
          <a:p xmlns:a="http://schemas.openxmlformats.org/drawingml/2006/main">
            <a:r>
              <a:t>                    observation_cursor=observation.action_cursor,</a:t>
            </a:r>
          </a:p>
          <a:p xmlns:a="http://schemas.openxmlformats.org/drawingml/2006/main">
            <a:r>
              <a:t>                    submission_cursor=request.continuation.cursor,</a:t>
            </a:r>
          </a:p>
          <a:p xmlns:a="http://schemas.openxmlformats.org/drawingml/2006/main">
            <a:r>
              <a:t>                )</a:t>
            </a:r>
          </a:p>
          <a:p xmlns:a="http://schemas.openxmlformats.org/drawingml/2006/main">
            <a:r>
              <a:t>                self._last_request = (</a:t>
            </a:r>
          </a:p>
          <a:p xmlns:a="http://schemas.openxmlformats.org/drawingml/2006/main">
            <a:r>
              <a:t>                    request.generation,</a:t>
            </a:r>
          </a:p>
          <a:p xmlns:a="http://schemas.openxmlformats.org/drawingml/2006/main">
            <a:r>
              <a:t>                    request.submitted_at,</a:t>
            </a:r>
          </a:p>
          <a:p xmlns:a="http://schemas.openxmlformats.org/drawingml/2006/main">
            <a:r>
              <a:t>                    request.continuation.cursor,</a:t>
            </a:r>
          </a:p>
          <a:p xmlns:a="http://schemas.openxmlformats.org/drawingml/2006/main">
            <a:r>
              <a:t>                    observation.task_version,</a:t>
            </a:r>
          </a:p>
          <a:p xmlns:a="http://schemas.openxmlformats.org/drawingml/2006/main">
            <a:r>
              <a:t>                )</a:t>
            </a:r>
          </a:p>
          <a:p xmlns:a="http://schemas.openxmlformats.org/drawingml/2006/main">
            <a:r>
              <a:t>                try:</a:t>
            </a:r>
          </a:p>
          <a:p xmlns:a="http://schemas.openxmlformats.org/drawingml/2006/main">
            <a:r>
              <a:t>                    request_generation = request.generation</a:t>
            </a:r>
          </a:p>
          <a:p xmlns:a="http://schemas.openxmlformats.org/drawingml/2006/main">
            <a:r>
              <a:t/>
            </a:r>
          </a:p>
          <a:p xmlns:a="http://schemas.openxmlformats.org/drawingml/2006/main">
            <a:r>
              <a:t>                    def request_cancelled(request_generation: int = request_generation) -&gt; bool:</a:t>
            </a:r>
          </a:p>
          <a:p xmlns:a="http://schemas.openxmlformats.org/drawingml/2006/main">
            <a:r>
              <a:t>                        return self._stop_event.is_set() or self.runtime.generation != request_generation</a:t>
            </a:r>
          </a:p>
          <a:p xmlns:a="http://schemas.openxmlformats.org/drawingml/2006/main">
            <a:r>
              <a:t/>
            </a:r>
          </a:p>
          <a:p xmlns:a="http://schemas.openxmlformats.org/drawingml/2006/main">
            <a:r>
              <a:t>                    result = self.client.infer(</a:t>
            </a:r>
          </a:p>
          <a:p xmlns:a="http://schemas.openxmlformats.org/drawingml/2006/main">
            <a:r>
              <a:t>                        request,</a:t>
            </a:r>
          </a:p>
          <a:p xmlns:a="http://schemas.openxmlformats.org/drawingml/2006/main">
            <a:r>
              <a:t>                        cancelled=request_cancelled,</a:t>
            </a:r>
          </a:p>
          <a:p xmlns:a="http://schemas.openxmlformats.org/drawingml/2006/main">
            <a:r>
              <a:t>                    )</a:t>
            </a:r>
          </a:p>
          <a:p xmlns:a="http://schemas.openxmlformats.org/drawingml/2006/main">
            <a:r>
              <a:t>                except RequestCancelled:</a:t>
            </a:r>
          </a:p>
          <a:p xmlns:a="http://schemas.openxmlformats.org/drawingml/2006/main">
            <a:r>
              <a:t>                    continue</a:t>
            </a:r>
          </a:p>
          <a:p xmlns:a="http://schemas.openxmlformats.org/drawingml/2006/main">
            <a:r>
              <a:t>                # Acceptance and an operator retarget must have one order: an</a:t>
            </a:r>
          </a:p>
          <a:p xmlns:a="http://schemas.openxmlformats.org/drawingml/2006/main">
            <a:r>
              <a:t>                # old in-flight result cannot pass using a previously read version.</a:t>
            </a:r>
          </a:p>
          <a:p xmlns:a="http://schemas.openxmlformats.org/drawingml/2006/main">
            <a:r>
              <a:t>[Excerpt continues in the source file.]</a:t>
            </a:r>
          </a:p>
          <a:p xmlns:a="http://schemas.openxmlformats.org/drawingml/2006/main">
            <a:r>
              <a:t/>
            </a:r>
          </a:p>
          <a:p xmlns:a="http://schemas.openxmlformats.org/drawingml/2006/main">
            <a:r>
              <a:t>tests/inference/test_aligned_execution.py:134 test_aligned_refill_floor_uses_steady_turnaround_and_excludes_startup</a:t>
            </a:r>
          </a:p>
          <a:p xmlns:a="http://schemas.openxmlformats.org/drawingml/2006/main">
            <a:r>
              <a:t>def test_aligned_refill_floor_uses_steady_turnaround_and_excludes_startup():</a:t>
            </a:r>
          </a:p>
          <a:p xmlns:a="http://schemas.openxmlformats.org/drawingml/2006/main">
            <a:r>
              <a:t>    rt, clock = runtime(refill_seconds=0.01)</a:t>
            </a:r>
          </a:p>
          <a:p xmlns:a="http://schemas.openxmlformats.org/drawingml/2006/main">
            <a:r>
              <a:t>    first = rt.begin(sample(rt, clock))</a:t>
            </a:r>
          </a:p>
          <a:p xmlns:a="http://schemas.openxmlformats.org/drawingml/2006/main">
            <a:r>
              <a:t>    clock.now += 0.8</a:t>
            </a:r>
          </a:p>
          <a:p xmlns:a="http://schemas.openxmlformats.org/drawingml/2006/main">
            <a:r>
              <a:t>    assert rt.accept(first, result(first), task_version=0)</a:t>
            </a:r>
          </a:p>
          <a:p xmlns:a="http://schemas.openxmlformats.org/drawingml/2006/main">
            <a:r>
              <a:t>    assert rt.effective_refill == pytest.approx(0.1)</a:t>
            </a:r>
          </a:p>
          <a:p xmlns:a="http://schemas.openxmlformats.org/drawingml/2006/main">
            <a:r>
              <a:t>    for _ in range(5):</a:t>
            </a:r>
          </a:p>
          <a:p xmlns:a="http://schemas.openxmlformats.org/drawingml/2006/main">
            <a:r>
              <a:t>        rt.pop()</a:t>
            </a:r>
          </a:p>
          <a:p xmlns:a="http://schemas.openxmlformats.org/drawingml/2006/main">
            <a:r>
              <a:t>    request = rt.begin(sample(rt, clock))</a:t>
            </a:r>
          </a:p>
          <a:p xmlns:a="http://schemas.openxmlformats.org/drawingml/2006/main">
            <a:r>
              <a:t>    assert request is not None</a:t>
            </a:r>
          </a:p>
          <a:p xmlns:a="http://schemas.openxmlformats.org/drawingml/2006/main">
            <a:r>
              <a:t>    clock.now += 0.25</a:t>
            </a:r>
          </a:p>
          <a:p xmlns:a="http://schemas.openxmlformats.org/drawingml/2006/main">
            <a:r>
              <a:t>    assert rt.accept(request, result(request, 10), task_version=0)</a:t>
            </a:r>
          </a:p>
          <a:p xmlns:a="http://schemas.openxmlformats.org/drawingml/2006/main">
            <a:r>
              <a:t>    assert rt.turnaround == pytest.approx(0.25)</a:t>
            </a:r>
          </a:p>
          <a:p xmlns:a="http://schemas.openxmlformats.org/drawingml/2006/main">
            <a:r>
              <a:t>    assert rt.effective_refill == pytest.approx(0.35)</a:t>
            </a:r>
          </a:p>
          <a:p xmlns:a="http://schemas.openxmlformats.org/drawingml/2006/main">
            <a:r>
              <a:t>    for _ in range(2):</a:t>
            </a:r>
          </a:p>
          <a:p xmlns:a="http://schemas.openxmlformats.org/drawingml/2006/main">
            <a:r>
              <a:t>        rt.pop()</a:t>
            </a:r>
          </a:p>
          <a:p xmlns:a="http://schemas.openxmlformats.org/drawingml/2006/main">
            <a:r>
              <a:t>    assert not rt.should_request()  # 0.4 seconds remain</a:t>
            </a:r>
          </a:p>
          <a:p xmlns:a="http://schemas.openxmlformats.org/drawingml/2006/main">
            <a:r>
              <a:t>    rt.pop()</a:t>
            </a:r>
          </a:p>
          <a:p xmlns:a="http://schemas.openxmlformats.org/drawingml/2006/main">
            <a:r>
              <a:t>    assert rt.should_request()  # 0.3 seconds remain: the measured floor dominates</a:t>
            </a:r>
          </a:p>
          <a:p xmlns:a="http://schemas.openxmlformats.org/drawingml/2006/main">
            <a:r>
              <a:t>    assert rt.begin(sample(rt, clock)) is not None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RTC carries paired continuation spaces. For relative-action preprocessing, PolicyRunner reanchors canonical continuation against the current state and re-normalizes it instead of reusing offsets from an old observation.</a:t>
            </a:r>
          </a:p>
          <a:p xmlns:a="http://schemas.openxmlformats.org/drawingml/2006/main">
            <a:r>
              <a:t/>
            </a:r>
          </a:p>
          <a:p xmlns:a="http://schemas.openxmlformats.org/drawingml/2006/main">
            <a:r>
              <a:t>Guided RTC and trained RTC are distinct capabilities. Trained RTC also has a checkpoint delay bound; the runtime rejects progress beyond what the request could condition on. RTC trimming uses its submission snapshot and timing/progress rules, not plain alignment’s capture-anchor rule.</a:t>
            </a:r>
          </a:p>
          <a:p xmlns:a="http://schemas.openxmlformats.org/drawingml/2006/main">
            <a:r>
              <a:t/>
            </a:r>
          </a:p>
          <a:p xmlns:a="http://schemas.openxmlformats.org/drawingml/2006/main">
            <a:r>
              <a:t>In the current shared runtime, RTC trim is min(ceil(elapsed/Δ), cursor advance). Trained-overlap checks use the larger measured/progress bound. Plain blending is not automatically layered onto RTC. SmolVLA RTC was physically exercised; other declarations are not blanket checkpoint validation.</a:t>
            </a:r>
          </a:p>
          <a:p xmlns:a="http://schemas.openxmlformats.org/drawingml/2006/main">
            <a:r>
              <a:t/>
            </a:r>
          </a:p>
          <a:p xmlns:a="http://schemas.openxmlformats.org/drawingml/2006/main">
            <a:r>
              <a:t>Review question: Would adding blend_steps give an unsupported model RTC capability?</a:t>
            </a:r>
          </a:p>
          <a:p xmlns:a="http://schemas.openxmlformats.org/drawingml/2006/main">
            <a:r>
              <a:t>Answer: No. Blending is a local plain-chunk merge operation. RTC requires model-side continuation conditioning.</a:t>
            </a:r>
          </a:p>
          <a:p xmlns:a="http://schemas.openxmlformats.org/drawingml/2006/main">
            <a:r>
              <a:t/>
            </a:r>
          </a:p>
          <a:p xmlns:a="http://schemas.openxmlformats.org/drawingml/2006/main">
            <a:r>
              <a:t>Sources at c73a3f0403046f669326ca896755b00cbef415fa:</a:t>
            </a:r>
          </a:p>
          <a:p xmlns:a="http://schemas.openxmlformats.org/drawingml/2006/main">
            <a:r>
              <a:t>src/lerobot/inference/policy_runner.py:298 — PolicyRunner._prepare_continuation</a:t>
            </a:r>
          </a:p>
          <a:p xmlns:a="http://schemas.openxmlformats.org/drawingml/2006/main">
            <a:r>
              <a:t>src/lerobot/inference/execution.py:263 — ChunkRuntime.accept</a:t>
            </a:r>
          </a:p>
          <a:p xmlns:a="http://schemas.openxmlformats.org/drawingml/2006/main">
            <a:r>
              <a:t>src/lerobot/inference/execution.py:57 — trained_overlap_valid</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src/lerobot/inference/policy_runner.py:298 PolicyRunner._prepare_continuation</a:t>
            </a:r>
          </a:p>
          <a:p xmlns:a="http://schemas.openxmlformats.org/drawingml/2006/main">
            <a:r>
              <a:t>    def _prepare_continuation(</a:t>
            </a:r>
          </a:p>
          <a:p xmlns:a="http://schemas.openxmlformats.org/drawingml/2006/main">
            <a:r>
              <a:t>        self, model: torch.Tensor | None, canonical: torch.Tensor | None</a:t>
            </a:r>
          </a:p>
          <a:p xmlns:a="http://schemas.openxmlformats.org/drawingml/2006/main">
            <a:r>
              <a:t>    ) -&gt; torch.Tensor | None:</a:t>
            </a:r>
          </a:p>
          <a:p xmlns:a="http://schemas.openxmlformats.org/drawingml/2006/main">
            <a:r>
              <a:t>        if model is None or model.numel() == 0:</a:t>
            </a:r>
          </a:p>
          <a:p xmlns:a="http://schemas.openxmlformats.org/drawingml/2006/main">
            <a:r>
              <a:t>            return None</a:t>
            </a:r>
          </a:p>
          <a:p xmlns:a="http://schemas.openxmlformats.org/drawingml/2006/main">
            <a:r>
              <a:t>        width = self.capabilities.action_feature.shape[0]</a:t>
            </a:r>
          </a:p>
          <a:p xmlns:a="http://schemas.openxmlformats.org/drawingml/2006/main">
            <a:r>
              <a:t>        if model.ndim != 2 or model.shape[1] != width or not torch.isfinite(model).all():</a:t>
            </a:r>
          </a:p>
          <a:p xmlns:a="http://schemas.openxmlformats.org/drawingml/2006/main">
            <a:r>
              <a:t>            raise ValueError("Invalid model-space continuation.")</a:t>
            </a:r>
          </a:p>
          <a:p xmlns:a="http://schemas.openxmlformats.org/drawingml/2006/main">
            <a:r>
              <a:t>        device = self.policy.config.device or "cpu"</a:t>
            </a:r>
          </a:p>
          <a:p xmlns:a="http://schemas.openxmlformats.org/drawingml/2006/main">
            <a:r>
              <a:t>        if self._relative_step is not None:</a:t>
            </a:r>
          </a:p>
          <a:p xmlns:a="http://schemas.openxmlformats.org/drawingml/2006/main">
            <a:r>
              <a:t>            if canonical is None or canonical.shape != model.shape or not torch.isfinite(canonical).all():</a:t>
            </a:r>
          </a:p>
          <a:p xmlns:a="http://schemas.openxmlformats.org/drawingml/2006/main">
            <a:r>
              <a:t>                raise ValueError("Relative RTC requires matching finite canonical continuation.")</a:t>
            </a:r>
          </a:p>
          <a:p xmlns:a="http://schemas.openxmlformats.org/drawingml/2006/main">
            <a:r>
              <a:t>            state = self._relative_step.get_cached_state()</a:t>
            </a:r>
          </a:p>
          <a:p xmlns:a="http://schemas.openxmlformats.org/drawingml/2006/main">
            <a:r>
              <a:t>            if state is None:</a:t>
            </a:r>
          </a:p>
          <a:p xmlns:a="http://schemas.openxmlformats.org/drawingml/2006/main">
            <a:r>
              <a:t>                raise ValueError("Relative RTC preprocessor did not cache the current raw state.")</a:t>
            </a:r>
          </a:p>
          <a:p xmlns:a="http://schemas.openxmlformats.org/drawingml/2006/main">
            <a:r>
              <a:t>            model = reanchor_relative_rtc_prefix(</a:t>
            </a:r>
          </a:p>
          <a:p xmlns:a="http://schemas.openxmlformats.org/drawingml/2006/main">
            <a:r>
              <a:t>                canonical, state, self._relative_step, self._normalizer_step, device</a:t>
            </a:r>
          </a:p>
          <a:p xmlns:a="http://schemas.openxmlformats.org/drawingml/2006/main">
            <a:r>
              <a:t>            )</a:t>
            </a:r>
          </a:p>
          <a:p xmlns:a="http://schemas.openxmlformats.org/drawingml/2006/main">
            <a:r>
              <a:t>        horizon = self.capabilities.rtc_horizon</a:t>
            </a:r>
          </a:p>
          <a:p xmlns:a="http://schemas.openxmlformats.org/drawingml/2006/main">
            <a:r>
              <a:t>        model = model.to(device)</a:t>
            </a:r>
          </a:p>
          <a:p xmlns:a="http://schemas.openxmlformats.org/drawingml/2006/main">
            <a:r>
              <a:t>        if len(model) &lt; horizon:</a:t>
            </a:r>
          </a:p>
          <a:p xmlns:a="http://schemas.openxmlformats.org/drawingml/2006/main">
            <a:r>
              <a:t>            model = torch.cat([model, model[-1:].expand(horizon - len(model), -1)])</a:t>
            </a:r>
          </a:p>
          <a:p xmlns:a="http://schemas.openxmlformats.org/drawingml/2006/main">
            <a:r>
              <a:t>        return model[:horizon]</a:t>
            </a:r>
          </a:p>
          <a:p xmlns:a="http://schemas.openxmlformats.org/drawingml/2006/main">
            <a:r>
              <a:t/>
            </a:r>
          </a:p>
          <a:p xmlns:a="http://schemas.openxmlformats.org/drawingml/2006/main">
            <a:r>
              <a:t>src/lerobot/inference/execution.py:263 ChunkRuntime.accept</a:t>
            </a:r>
          </a:p>
          <a:p xmlns:a="http://schemas.openxmlformats.org/drawingml/2006/main">
            <a:r>
              <a:t>            has_previous = available is not None and len(available) &gt; 0</a:t>
            </a:r>
          </a:p>
          <a:p xmlns:a="http://schemas.openxmlformats.org/drawingml/2006/main">
            <a:r>
              <a:t>            if self.mode is ExecutionMode.RTC_TRAINED and not trained_overlap_valid(</a:t>
            </a:r>
          </a:p>
          <a:p xmlns:a="http://schemas.openxmlformats.org/drawingml/2006/main">
            <a:r>
              <a:t>                request.delay, max(measured, progress), self.training_max_delay, has_previous</a:t>
            </a:r>
          </a:p>
          <a:p xmlns:a="http://schemas.openxmlformats.org/drawingml/2006/main">
            <a:r>
              <a:t>            ):</a:t>
            </a:r>
          </a:p>
          <a:p xmlns:a="http://schemas.openxmlformats.org/drawingml/2006/main">
            <a:r>
              <a:t>                return False</a:t>
            </a:r>
          </a:p>
          <a:p xmlns:a="http://schemas.openxmlformats.org/drawingml/2006/main">
            <a:r>
              <a:t>            trim = min(measured, progress) if self.mode is not ExecutionMode.CHUNK else 0</a:t>
            </a:r>
          </a:p>
          <a:p xmlns:a="http://schemas.openxmlformats.org/drawingml/2006/main">
            <a:r>
              <a:t>            if trim &gt;= len(actions):</a:t>
            </a:r>
          </a:p>
          <a:p xmlns:a="http://schemas.openxmlformats.org/drawingml/2006/main">
            <a:r>
              <a:t>                self.fault("Inference completed beyond its usable continuation horizon")</a:t>
            </a:r>
          </a:p>
          <a:p xmlns:a="http://schemas.openxmlformats.org/drawingml/2006/main">
            <a:r>
              <a:t>                return False</a:t>
            </a:r>
          </a:p>
          <a:p xmlns:a="http://schemas.openxmlformats.org/drawingml/2006/main">
            <a:r>
              <a:t>            provenance = replace(</a:t>
            </a:r>
          </a:p>
          <a:p xmlns:a="http://schemas.openxmlformats.org/drawingml/2006/main">
            <a:r>
              <a:t>                chunk.provenance,</a:t>
            </a:r>
          </a:p>
          <a:p xmlns:a="http://schemas.openxmlformats.org/drawingml/2006/main">
            <a:r>
              <a:t>                request_id=request.request_id,</a:t>
            </a:r>
          </a:p>
          <a:p xmlns:a="http://schemas.openxmlformats.org/drawingml/2006/main">
            <a:r>
              <a:t>                generation=request.generation,</a:t>
            </a:r>
          </a:p>
          <a:p xmlns:a="http://schemas.openxmlformats.org/drawingml/2006/main">
            <a:r>
              <a:t>                capture_time=request.observation.capture_time,</a:t>
            </a:r>
          </a:p>
          <a:p xmlns:a="http://schemas.openxmlformats.org/drawingml/2006/main">
            <a:r>
              <a:t>                task=request.observation.task,</a:t>
            </a:r>
          </a:p>
          <a:p xmlns:a="http://schemas.openxmlformats.org/drawingml/2006/main">
            <a:r>
              <a:t>                task_version=request.observation.task_version,</a:t>
            </a:r>
          </a:p>
          <a:p xmlns:a="http://schemas.openxmlformats.org/drawingml/2006/main">
            <a:r>
              <a:t>                observation_id=request.observation.observation_id,</a:t>
            </a:r>
          </a:p>
          <a:p xmlns:a="http://schemas.openxmlformats.org/drawingml/2006/main">
            <a:r>
              <a:t>            )</a:t>
            </a:r>
          </a:p>
          <a:p xmlns:a="http://schemas.openxmlformats.org/drawingml/2006/main">
            <a:r>
              <a:t>            self.last_accept.update(</a:t>
            </a:r>
          </a:p>
          <a:p xmlns:a="http://schemas.openxmlformats.org/drawingml/2006/main">
            <a:r>
              <a:t>                turnaround_s=elapsed,</a:t>
            </a:r>
          </a:p>
          <a:p xmlns:a="http://schemas.openxmlformats.org/drawingml/2006/main">
            <a:r>
              <a:t>                playback_at_submission_s=request.playback_at_submission,</a:t>
            </a:r>
          </a:p>
          <a:p xmlns:a="http://schemas.openxmlformats.org/drawingml/2006/main">
            <a:r>
              <a:t>                timing_margin_s=request.playback_at_submission - elapsed if self.has_executed else None,</a:t>
            </a:r>
          </a:p>
          <a:p xmlns:a="http://schemas.openxmlformats.org/drawingml/2006/main">
            <a:r>
              <a:t>                cursor_advance=progress,</a:t>
            </a:r>
          </a:p>
          <a:p xmlns:a="http://schemas.openxmlformats.org/drawingml/2006/main">
            <a:r>
              <a:t>                trimmed_actions=trim,</a:t>
            </a:r>
          </a:p>
          <a:p xmlns:a="http://schemas.openxmlformats.org/drawingml/2006/main">
            <a:r>
              <a:t>                overlap_steps=0,</a:t>
            </a:r>
          </a:p>
          <a:p xmlns:a="http://schemas.openxmlformats.org/drawingml/2006/main">
            <a:r>
              <a:t>                blended_steps=0,</a:t>
            </a:r>
          </a:p>
          <a:p xmlns:a="http://schemas.openxmlformats.org/drawingml/2006/main">
            <a:r>
              <a:t>                source_age_at_acceptance_s=now - provenance.capture_time,</a:t>
            </a:r>
          </a:p>
          <a:p xmlns:a="http://schemas.openxmlformats.org/drawingml/2006/main">
            <a:r>
              <a:t>                remaining_old_playback_s=self.queue.qsize() * self.interval,</a:t>
            </a:r>
          </a:p>
          <a:p xmlns:a="http://schemas.openxmlformats.org/drawingml/2006/main">
            <a:r>
              <a:t>                estimated_first_dispatch_source_age_s=now</a:t>
            </a:r>
          </a:p>
          <a:p xmlns:a="http://schemas.openxmlformats.org/drawingml/2006/main">
            <a:r>
              <a:t>                - provenance.capture_time</a:t>
            </a:r>
          </a:p>
          <a:p xmlns:a="http://schemas.openxmlformats.org/drawingml/2006/main">
            <a:r>
              <a:t>                + (</a:t>
            </a:r>
          </a:p>
          <a:p xmlns:a="http://schemas.openxmlformats.org/drawingml/2006/main">
            <a:r>
              <a:t>                    self.queue.qsize() * self.interval</a:t>
            </a:r>
          </a:p>
          <a:p xmlns:a="http://schemas.openxmlformats.org/drawingml/2006/main">
            <a:r>
              <a:t>[Excerpt continues in the source file.]</a:t>
            </a:r>
          </a:p>
          <a:p xmlns:a="http://schemas.openxmlformats.org/drawingml/2006/main">
            <a:r>
              <a:t/>
            </a:r>
          </a:p>
          <a:p xmlns:a="http://schemas.openxmlformats.org/drawingml/2006/main">
            <a:r>
              <a:t>src/lerobot/inference/execution.py:57 trained_overlap_valid</a:t>
            </a:r>
          </a:p>
          <a:p xmlns:a="http://schemas.openxmlformats.org/drawingml/2006/main">
            <a:r>
              <a:t>def trained_overlap_valid(conditioned: int, measured: int, maximum: int, has_previous: bool) -&gt; bool:</a:t>
            </a:r>
          </a:p>
          <a:p xmlns:a="http://schemas.openxmlformats.org/drawingml/2006/main">
            <a:r>
              <a:t>    """Require elapsed overlap to fit both the conditioning and training range."""</a:t>
            </a:r>
          </a:p>
          <a:p xmlns:a="http://schemas.openxmlformats.org/drawingml/2006/main">
            <a:r>
              <a:t>    return not has_previous or measured &lt;= min(conditioned, maximum)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Action/startup deadlines and source age are client-local monotonic checks. The server also times its own operations. Server durations are useful diagnostics, but cannot be subtracted directly from a client clock reading.</a:t>
            </a:r>
          </a:p>
          <a:p xmlns:a="http://schemas.openxmlformats.org/drawingml/2006/main">
            <a:r>
              <a:t/>
            </a:r>
          </a:p>
          <a:p xmlns:a="http://schemas.openxmlformats.org/drawingml/2006/main">
            <a:r>
              <a:t>ObservationSnapshot.capture_time records local acquisition provenance. The present implementation does not propagate comprehensive per-camera sensor timestamps or detect every repeated-frame stall. A new wrapper read may still contain cached camera data. That limitation remains deferred.</a:t>
            </a:r>
          </a:p>
          <a:p xmlns:a="http://schemas.openxmlformats.org/drawingml/2006/main">
            <a:r>
              <a:t/>
            </a:r>
          </a:p>
          <a:p xmlns:a="http://schemas.openxmlformats.org/drawingml/2006/main">
            <a:r>
              <a:t>The server’s idle_timeout_s is a presence/initial-handshake grace, currently defaulting to 10 seconds. It is not a motion recovery window: local action exhaustion or age limits can terminate the client much earlier.</a:t>
            </a:r>
          </a:p>
          <a:p xmlns:a="http://schemas.openxmlformats.org/drawingml/2006/main">
            <a:r>
              <a:t/>
            </a:r>
          </a:p>
          <a:p xmlns:a="http://schemas.openxmlformats.org/drawingml/2006/main">
            <a:r>
              <a:t>Review question: If the session is still inside its presence grace, may the client execute an expired action?</a:t>
            </a:r>
          </a:p>
          <a:p xmlns:a="http://schemas.openxmlformats.org/drawingml/2006/main">
            <a:r>
              <a:t>Answer: No. Ownership grace and local dispatch eligibility are independent.</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src/lerobot/inference/execution.py:180 — ChunkRuntime.check_deadlines</a:t>
            </a:r>
          </a:p>
          <a:p xmlns:a="http://schemas.openxmlformats.org/drawingml/2006/main">
            <a:r>
              <a:t>src/lerobot/rollout/robot_wrapper.py:49 — ThreadSafeRobot.get_observation</a:t>
            </a:r>
          </a:p>
          <a:p xmlns:a="http://schemas.openxmlformats.org/drawingml/2006/main">
            <a:r>
              <a:t>src/lerobot/remote_inference/configs.py:26 — ExecutionConfig</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src/lerobot/inference/execution.py:180 ChunkRuntime.check_deadlines</a:t>
            </a:r>
          </a:p>
          <a:p xmlns:a="http://schemas.openxmlformats.org/drawingml/2006/main">
            <a:r>
              <a:t>    def check_deadlines(self) -&gt; None:</a:t>
            </a:r>
          </a:p>
          <a:p xmlns:a="http://schemas.openxmlformats.org/drawingml/2006/main">
            <a:r>
              <a:t>        """Enforce local action/startup bounds even while network work is blocked."""</a:t>
            </a:r>
          </a:p>
          <a:p xmlns:a="http://schemas.openxmlformats.org/drawingml/2006/main">
            <a:r>
              <a:t>        with self.lock:</a:t>
            </a:r>
          </a:p>
          <a:p xmlns:a="http://schemas.openxmlformats.org/drawingml/2006/main">
            <a:r>
              <a:t>            if self.failure or not self.active or self.held:</a:t>
            </a:r>
          </a:p>
          <a:p xmlns:a="http://schemas.openxmlformats.org/drawingml/2006/main">
            <a:r>
              <a:t>                return</a:t>
            </a:r>
          </a:p>
          <a:p xmlns:a="http://schemas.openxmlformats.org/drawingml/2006/main">
            <a:r>
              <a:t>            now = self.clock()</a:t>
            </a:r>
          </a:p>
          <a:p xmlns:a="http://schemas.openxmlformats.org/drawingml/2006/main">
            <a:r>
              <a:t>            if self.pending is not None and now - self.pending.submitted_at &gt; self.action_timeout:</a:t>
            </a:r>
          </a:p>
          <a:p xmlns:a="http://schemas.openxmlformats.org/drawingml/2006/main">
            <a:r>
              <a:t>                self.fault("Action request deadline exceeded")</a:t>
            </a:r>
          </a:p>
          <a:p xmlns:a="http://schemas.openxmlformats.org/drawingml/2006/main">
            <a:r>
              <a:t>            elif not self.has_executed and now - self.started_at &gt; self.startup_timeout:</a:t>
            </a:r>
          </a:p>
          <a:p xmlns:a="http://schemas.openxmlformats.org/drawingml/2006/main">
            <a:r>
              <a:t>                self.fault("Initial action deadline exceeded")</a:t>
            </a:r>
          </a:p>
          <a:p xmlns:a="http://schemas.openxmlformats.org/drawingml/2006/main">
            <a:r>
              <a:t/>
            </a:r>
          </a:p>
          <a:p xmlns:a="http://schemas.openxmlformats.org/drawingml/2006/main">
            <a:r>
              <a:t>src/lerobot/rollout/robot_wrapper.py:49 ThreadSafeRobot.get_observation</a:t>
            </a:r>
          </a:p>
          <a:p xmlns:a="http://schemas.openxmlformats.org/drawingml/2006/main">
            <a:r>
              <a:t>    def get_observation(self) -&gt; dict[str, Any]:</a:t>
            </a:r>
          </a:p>
          <a:p xmlns:a="http://schemas.openxmlformats.org/drawingml/2006/main">
            <a:r>
              <a:t>        with self._lock:</a:t>
            </a:r>
          </a:p>
          <a:p xmlns:a="http://schemas.openxmlformats.org/drawingml/2006/main">
            <a:r>
              <a:t>            sampled_at = time.monotonic()</a:t>
            </a:r>
          </a:p>
          <a:p xmlns:a="http://schemas.openxmlformats.org/drawingml/2006/main">
            <a:r>
              <a:t>            try:</a:t>
            </a:r>
          </a:p>
          <a:p xmlns:a="http://schemas.openxmlformats.org/drawingml/2006/main">
            <a:r>
              <a:t>                observation = self._robot.get_observation()</a:t>
            </a:r>
          </a:p>
          <a:p xmlns:a="http://schemas.openxmlformats.org/drawingml/2006/main">
            <a:r>
              <a:t>                self._observed_positions = {</a:t>
            </a:r>
          </a:p>
          <a:p xmlns:a="http://schemas.openxmlformats.org/drawingml/2006/main">
            <a:r>
              <a:t>                    key: float(observation[key])</a:t>
            </a:r>
          </a:p>
          <a:p xmlns:a="http://schemas.openxmlformats.org/drawingml/2006/main">
            <a:r>
              <a:t>                    for key in self.action_features</a:t>
            </a:r>
          </a:p>
          <a:p xmlns:a="http://schemas.openxmlformats.org/drawingml/2006/main">
            <a:r>
              <a:t>                    if key.endswith(".pos") and key in observation</a:t>
            </a:r>
          </a:p>
          <a:p xmlns:a="http://schemas.openxmlformats.org/drawingml/2006/main">
            <a:r>
              <a:t>                }</a:t>
            </a:r>
          </a:p>
          <a:p xmlns:a="http://schemas.openxmlformats.org/drawingml/2006/main">
            <a:r>
              <a:t>            except Exception as exc:</a:t>
            </a:r>
          </a:p>
          <a:p xmlns:a="http://schemas.openxmlformats.org/drawingml/2006/main">
            <a:r>
              <a:t>                self._record_hardware_failure("get_observation", exc)</a:t>
            </a:r>
          </a:p>
          <a:p xmlns:a="http://schemas.openxmlformats.org/drawingml/2006/main">
            <a:r>
              <a:t>                raise</a:t>
            </a:r>
          </a:p>
          <a:p xmlns:a="http://schemas.openxmlformats.org/drawingml/2006/main">
            <a:r>
              <a:t>            self._observation_time = sampled_at</a:t>
            </a:r>
          </a:p>
          <a:p xmlns:a="http://schemas.openxmlformats.org/drawingml/2006/main">
            <a:r>
              <a:t>            return observation</a:t>
            </a:r>
          </a:p>
          <a:p xmlns:a="http://schemas.openxmlformats.org/drawingml/2006/main">
            <a:r>
              <a:t/>
            </a:r>
          </a:p>
          <a:p xmlns:a="http://schemas.openxmlformats.org/drawingml/2006/main">
            <a:r>
              <a:t>src/lerobot/remote_inference/configs.py:26 ExecutionConfig</a:t>
            </a:r>
          </a:p>
          <a:p xmlns:a="http://schemas.openxmlformats.org/drawingml/2006/main">
            <a:r>
              <a:t>class ExecutionConfig:</a:t>
            </a:r>
          </a:p>
          <a:p xmlns:a="http://schemas.openxmlformats.org/drawingml/2006/main">
            <a:r>
              <a:t>    """Deployment-owned modes, timing bounds and warmup settings."""</a:t>
            </a:r>
          </a:p>
          <a:p xmlns:a="http://schemas.openxmlformats.org/drawingml/2006/main">
            <a:r>
              <a:t/>
            </a:r>
          </a:p>
          <a:p xmlns:a="http://schemas.openxmlformats.org/drawingml/2006/main">
            <a:r>
              <a:t>    supported_modes: list[str] = field(default_factory=lambda: ["chunk"])</a:t>
            </a:r>
          </a:p>
          <a:p xmlns:a="http://schemas.openxmlformats.org/drawingml/2006/main">
            <a:r>
              <a:t>    action_fps: float = 30.0</a:t>
            </a:r>
          </a:p>
          <a:p xmlns:a="http://schemas.openxmlformats.org/drawingml/2006/main">
            <a:r>
              <a:t>    rtc: RTCConfig = field(default_factory=RTCConfig)</a:t>
            </a:r>
          </a:p>
          <a:p xmlns:a="http://schemas.openxmlformats.org/drawingml/2006/main">
            <a:r>
              <a:t>    action_deadline_s: float = 5.0</a:t>
            </a:r>
          </a:p>
          <a:p xmlns:a="http://schemas.openxmlformats.org/drawingml/2006/main">
            <a:r>
              <a:t>    idle_timeout_s: float = 10.0</a:t>
            </a:r>
          </a:p>
          <a:p xmlns:a="http://schemas.openxmlformats.org/drawingml/2006/main">
            <a:r>
              <a:t>    warmup_calls: int = 2</a:t>
            </a:r>
          </a:p>
          <a:p xmlns:a="http://schemas.openxmlformats.org/drawingml/2006/main">
            <a:r>
              <a:t>    # Explicit continuous canonical coordinates; never infer gripper suitability.</a:t>
            </a:r>
          </a:p>
          <a:p xmlns:a="http://schemas.openxmlformats.org/drawingml/2006/main">
            <a:r>
              <a:t>    blendable_components: list[str] = field(default_factory=list)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set_task updates the task and version. It does not flush every queued/committed target; they retain their original provenance. This lets execution continue until an eligible replacement arrives. The task lock gives retarget and result acceptance one order.</a:t>
            </a:r>
          </a:p>
          <a:p xmlns:a="http://schemas.openxmlformats.org/drawingml/2006/main">
            <a:r>
              <a:t/>
            </a:r>
          </a:p>
          <a:p xmlns:a="http://schemas.openxmlformats.org/drawingml/2006/main">
            <a:r>
              <a:t>Runtime.invalidate increments generation, clears queued motion and the pending request, and resets local execution anchors. Remote engine controls serialize reset/invalidate requests to the server. New-generation work waits until the control acknowledgment.</a:t>
            </a:r>
          </a:p>
          <a:p xmlns:a="http://schemas.openxmlformats.org/drawingml/2006/main">
            <a:r>
              <a:t/>
            </a:r>
          </a:p>
          <a:p xmlns:a="http://schemas.openxmlformats.org/drawingml/2006/main">
            <a:r>
              <a:t>PolicyRunner.reset(full=False) drops queued policy actions while preserving planner state. A full reset also resets policy and processor pairs. This distinction supports language/planner continuity without permitting old motion to leak into the resumed run.</a:t>
            </a:r>
          </a:p>
          <a:p xmlns:a="http://schemas.openxmlformats.org/drawingml/2006/main">
            <a:r>
              <a:t/>
            </a:r>
          </a:p>
          <a:p xmlns:a="http://schemas.openxmlformats.org/drawingml/2006/main">
            <a:r>
              <a:t>Review question: Can reset safely run on a network callback while the model is still executing?</a:t>
            </a:r>
          </a:p>
          <a:p xmlns:a="http://schemas.openxmlformats.org/drawingml/2006/main">
            <a:r>
              <a:t>Answer: No. Local permission is revoked immediately, but the model reset must wait on the exclusive server worker.</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src/lerobot/rollout/inference/remote.py:210 — RemoteInferenceEngine.set_task</a:t>
            </a:r>
          </a:p>
          <a:p xmlns:a="http://schemas.openxmlformats.org/drawingml/2006/main">
            <a:r>
              <a:t>src/lerobot/rollout/inference/remote.py:182 — RemoteInferenceEngine._invalidate</a:t>
            </a:r>
          </a:p>
          <a:p xmlns:a="http://schemas.openxmlformats.org/drawingml/2006/main">
            <a:r>
              <a:t>tests/remote_inference/test_session.py:175 — test_reset_acknowledges_only_after_current_model_call_and_reset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src/lerobot/rollout/inference/remote.py:210 RemoteInferenceEngine.set_task</a:t>
            </a:r>
          </a:p>
          <a:p xmlns:a="http://schemas.openxmlformats.org/drawingml/2006/main">
            <a:r>
              <a:t>    def set_task(self, task: str) -&gt; bool:</a:t>
            </a:r>
          </a:p>
          <a:p xmlns:a="http://schemas.openxmlformats.org/drawingml/2006/main">
            <a:r>
              <a:t>        if len(task) &gt; self.client.descriptor["limits"]["max_input_chars"]:</a:t>
            </a:r>
          </a:p>
          <a:p xmlns:a="http://schemas.openxmlformats.org/drawingml/2006/main">
            <a:r>
              <a:t>            raise ValueError("Instruction exceeds deployed text limit")</a:t>
            </a:r>
          </a:p>
          <a:p xmlns:a="http://schemas.openxmlformats.org/drawingml/2006/main">
            <a:r>
              <a:t>        changed = super().set_task(task)</a:t>
            </a:r>
          </a:p>
          <a:p xmlns:a="http://schemas.openxmlformats.org/drawingml/2006/main">
            <a:r>
              <a:t>        if changed:</a:t>
            </a:r>
          </a:p>
          <a:p xmlns:a="http://schemas.openxmlformats.org/drawingml/2006/main">
            <a:r>
              <a:t>            self._event("task", task=task, task_version=self.task_version)</a:t>
            </a:r>
          </a:p>
          <a:p xmlns:a="http://schemas.openxmlformats.org/drawingml/2006/main">
            <a:r>
              <a:t>        return changed</a:t>
            </a:r>
          </a:p>
          <a:p xmlns:a="http://schemas.openxmlformats.org/drawingml/2006/main">
            <a:r>
              <a:t/>
            </a:r>
          </a:p>
          <a:p xmlns:a="http://schemas.openxmlformats.org/drawingml/2006/main">
            <a:r>
              <a:t>src/lerobot/rollout/inference/remote.py:182 RemoteInferenceEngine._invalidate</a:t>
            </a:r>
          </a:p>
          <a:p xmlns:a="http://schemas.openxmlformats.org/drawingml/2006/main">
            <a:r>
              <a:t>    def _invalidate(self, operation: str) -&gt; None:</a:t>
            </a:r>
          </a:p>
          <a:p xmlns:a="http://schemas.openxmlformats.org/drawingml/2006/main">
            <a:r>
              <a:t>        with self._lock:</a:t>
            </a:r>
          </a:p>
          <a:p xmlns:a="http://schemas.openxmlformats.org/drawingml/2006/main">
            <a:r>
              <a:t>            generation = self.runtime.invalidate()</a:t>
            </a:r>
          </a:p>
          <a:p xmlns:a="http://schemas.openxmlformats.org/drawingml/2006/main">
            <a:r>
              <a:t>            self._observation = None</a:t>
            </a:r>
          </a:p>
          <a:p xmlns:a="http://schemas.openxmlformats.org/drawingml/2006/main">
            <a:r>
              <a:t>            self._hold_requested = False</a:t>
            </a:r>
          </a:p>
          <a:p xmlns:a="http://schemas.openxmlformats.org/drawingml/2006/main">
            <a:r>
              <a:t>            self._hold_acknowledged = False</a:t>
            </a:r>
          </a:p>
          <a:p xmlns:a="http://schemas.openxmlformats.org/drawingml/2006/main">
            <a:r>
              <a:t>            # A later motion invalidation must not erase a pending full reset.</a:t>
            </a:r>
          </a:p>
          <a:p xmlns:a="http://schemas.openxmlformats.org/drawingml/2006/main">
            <a:r>
              <a:t>            if self._control is not None and self._control[0] == "reset":</a:t>
            </a:r>
          </a:p>
          <a:p xmlns:a="http://schemas.openxmlformats.org/drawingml/2006/main">
            <a:r>
              <a:t>                operation = "reset"</a:t>
            </a:r>
          </a:p>
          <a:p xmlns:a="http://schemas.openxmlformats.org/drawingml/2006/main">
            <a:r>
              <a:t>            self._control = (operation, generation)</a:t>
            </a:r>
          </a:p>
          <a:p xmlns:a="http://schemas.openxmlformats.org/drawingml/2006/main">
            <a:r>
              <a:t>        self._event(operation)</a:t>
            </a:r>
          </a:p>
          <a:p xmlns:a="http://schemas.openxmlformats.org/drawingml/2006/main">
            <a:r>
              <a:t/>
            </a:r>
          </a:p>
          <a:p xmlns:a="http://schemas.openxmlformats.org/drawingml/2006/main">
            <a:r>
              <a:t>tests/remote_inference/test_session.py:175 test_reset_acknowledges_only_after_current_model_call_and_reset</a:t>
            </a:r>
          </a:p>
          <a:p xmlns:a="http://schemas.openxmlformats.org/drawingml/2006/main">
            <a:r>
              <a:t>def test_reset_acknowledges_only_after_current_model_call_and_reset(worker):</a:t>
            </a:r>
          </a:p>
          <a:p xmlns:a="http://schemas.openxmlformats.org/drawingml/2006/main">
            <a:r>
              <a:t>    session = admit(worker)</a:t>
            </a:r>
          </a:p>
          <a:p xmlns:a="http://schemas.openxmlformats.org/drawingml/2006/main">
            <a:r>
              <a:t>    entered, release = block_predict(worker)</a:t>
            </a:r>
          </a:p>
          <a:p xmlns:a="http://schemas.openxmlformats.org/drawingml/2006/main">
            <a:r>
              <a:t>    try:</a:t>
            </a:r>
          </a:p>
          <a:p xmlns:a="http://schemas.openxmlformats.org/drawingml/2006/main">
            <a:r>
              <a:t>        action = worker.submit(action_request(worker, session))</a:t>
            </a:r>
          </a:p>
          <a:p xmlns:a="http://schemas.openxmlformats.org/drawingml/2006/main">
            <a:r>
              <a:t>        assert entered.wait(2)</a:t>
            </a:r>
          </a:p>
          <a:p xmlns:a="http://schemas.openxmlformats.org/drawingml/2006/main">
            <a:r>
              <a:t>        reset_request = control_request(worker, session, 1, "reset")</a:t>
            </a:r>
          </a:p>
          <a:p xmlns:a="http://schemas.openxmlformats.org/drawingml/2006/main">
            <a:r>
              <a:t>        reset = worker.submit(reset_request)</a:t>
            </a:r>
          </a:p>
          <a:p xmlns:a="http://schemas.openxmlformats.org/drawingml/2006/main">
            <a:r>
              <a:t>        assert worker.submit(reset_request) is reset</a:t>
            </a:r>
          </a:p>
          <a:p xmlns:a="http://schemas.openxmlformats.org/drawingml/2006/main">
            <a:r>
              <a:t>        assert not reset.done()</a:t>
            </a:r>
          </a:p>
          <a:p xmlns:a="http://schemas.openxmlformats.org/drawingml/2006/main">
            <a:r>
              <a:t>        assert worker.runner.policy.resets == 2</a:t>
            </a:r>
          </a:p>
          <a:p xmlns:a="http://schemas.openxmlformats.org/drawingml/2006/main">
            <a:r>
              <a:t>        assert_error(worker.submit(action_request(worker, session, generation=1)).result(2), ErrorCode.STALE)</a:t>
            </a:r>
          </a:p>
          <a:p xmlns:a="http://schemas.openxmlformats.org/drawingml/2006/main">
            <a:r>
              <a:t>        release.set()</a:t>
            </a:r>
          </a:p>
          <a:p xmlns:a="http://schemas.openxmlformats.org/drawingml/2006/main">
            <a:r>
              <a:t>        assert action.result(2).message_type is MessageType.ACTION</a:t>
            </a:r>
          </a:p>
          <a:p xmlns:a="http://schemas.openxmlformats.org/drawingml/2006/main">
            <a:r>
              <a:t>        assert reset.result(2).body["applied_generation"] == 1</a:t>
            </a:r>
          </a:p>
          <a:p xmlns:a="http://schemas.openxmlformats.org/drawingml/2006/main">
            <a:r>
              <a:t>        assert worker.runner.policy.resets == 3</a:t>
            </a:r>
          </a:p>
          <a:p xmlns:a="http://schemas.openxmlformats.org/drawingml/2006/main">
            <a:r>
              <a:t>        assert_error(worker.submit(action_request(worker, session)).result(2), ErrorCode.STALE)</a:t>
            </a:r>
          </a:p>
          <a:p xmlns:a="http://schemas.openxmlformats.org/drawingml/2006/main">
            <a:r>
              <a:t>        assert (</a:t>
            </a:r>
          </a:p>
          <a:p xmlns:a="http://schemas.openxmlformats.org/drawingml/2006/main">
            <a:r>
              <a:t>            worker.submit(action_request(worker, session, generation=1)).result(2).message_type</a:t>
            </a:r>
          </a:p>
          <a:p xmlns:a="http://schemas.openxmlformats.org/drawingml/2006/main">
            <a:r>
              <a:t>            is MessageType.ACTION</a:t>
            </a:r>
          </a:p>
          <a:p xmlns:a="http://schemas.openxmlformats.org/drawingml/2006/main">
            <a:r>
              <a:t>        )</a:t>
            </a:r>
          </a:p>
          <a:p xmlns:a="http://schemas.openxmlformats.org/drawingml/2006/main">
            <a:r>
              <a:t>    finally:</a:t>
            </a:r>
          </a:p>
          <a:p xmlns:a="http://schemas.openxmlformats.org/drawingml/2006/main">
            <a:r>
              <a:t>        release.set()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SessionWorker distinguishes waiting for initial presence from a later disconnect. This removed the misleading admitted/absent/restored log pattern at every normal connection.</a:t>
            </a:r>
          </a:p>
          <a:p xmlns:a="http://schemas.openxmlformats.org/drawingml/2006/main">
            <a:r>
              <a:t/>
            </a:r>
          </a:p>
          <a:p xmlns:a="http://schemas.openxmlformats.org/drawingml/2006/main">
            <a:r>
              <a:t>Server-side cleanup can be cancelled if client presence returns within grace before closing begins. This does not restore client inference permission: RemoteClient.present latches any observed server-token loss, so returning server presence cannot enable new requests. Valid buffered motion may drain until local limits stop it. A fresh client process is a new owner and does not adopt the old session.</a:t>
            </a:r>
          </a:p>
          <a:p xmlns:a="http://schemas.openxmlformats.org/drawingml/2006/main">
            <a:r>
              <a:t/>
            </a:r>
          </a:p>
          <a:p xmlns:a="http://schemas.openxmlformats.org/drawingml/2006/main">
            <a:r>
              <a:t>Clean close releases ownership after worker cleanup. Abrupt disappearance waits the grace and then follows the same serialized cleanup path. A hung model call still owns its state after grace; admitting another client at that point would violate isolation. There is no automatic motion recovery after a terminal fault.</a:t>
            </a:r>
          </a:p>
          <a:p xmlns:a="http://schemas.openxmlformats.org/drawingml/2006/main">
            <a:r>
              <a:t/>
            </a:r>
          </a:p>
          <a:p xmlns:a="http://schemas.openxmlformats.org/drawingml/2006/main">
            <a:r>
              <a:t>Review question: Should a new client succeed exactly 10 seconds after killing the old one?</a:t>
            </a:r>
          </a:p>
          <a:p xmlns:a="http://schemas.openxmlformats.org/drawingml/2006/main">
            <a:r>
              <a:t>Answer: Not necessarily. Presence detection, queueing and the current model call/reset must finish. The grace is not a guaranteed re-admission deadline.</a:t>
            </a:r>
          </a:p>
          <a:p xmlns:a="http://schemas.openxmlformats.org/drawingml/2006/main">
            <a:r>
              <a:t/>
            </a:r>
          </a:p>
          <a:p xmlns:a="http://schemas.openxmlformats.org/drawingml/2006/main">
            <a:r>
              <a:t>Sources at c73a3f0403046f669326ca896755b00cbef415fa:</a:t>
            </a:r>
          </a:p>
          <a:p xmlns:a="http://schemas.openxmlformats.org/drawingml/2006/main">
            <a:r>
              <a:t>src/lerobot/remote_inference/server.py:604 — SessionWorker.expire</a:t>
            </a:r>
          </a:p>
          <a:p xmlns:a="http://schemas.openxmlformats.org/drawingml/2006/main">
            <a:r>
              <a:t>src/lerobot/remote_inference/server.py:432 — SessionWorker._execute</a:t>
            </a:r>
          </a:p>
          <a:p xmlns:a="http://schemas.openxmlformats.org/drawingml/2006/main">
            <a:r>
              <a:t>tests/remote_inference/test_session.py:355 — test_absence_cleanup_never_reuses_a_blocked_model_after_grace</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src/lerobot/remote_inference/server.py:604 SessionWorker.expire</a:t>
            </a:r>
          </a:p>
          <a:p xmlns:a="http://schemas.openxmlformats.org/drawingml/2006/main">
            <a:r>
              <a:t>    def expire(self, *, present: bool) -&gt; None:</a:t>
            </a:r>
          </a:p>
          <a:p xmlns:a="http://schemas.openxmlformats.org/drawingml/2006/main">
            <a:r>
              <a:t>        """Bound initial presence and later absence; release only through the worker."""</a:t>
            </a:r>
          </a:p>
          <a:p xmlns:a="http://schemas.openxmlformats.org/drawingml/2006/main">
            <a:r>
              <a:t>        with self._lock:</a:t>
            </a:r>
          </a:p>
          <a:p xmlns:a="http://schemas.openxmlformats.org/drawingml/2006/main">
            <a:r>
              <a:t>            session = self._session</a:t>
            </a:r>
          </a:p>
          <a:p xmlns:a="http://schemas.openxmlformats.org/drawingml/2006/main">
            <a:r>
              <a:t>            if session is None or session.closing:</a:t>
            </a:r>
          </a:p>
          <a:p xmlns:a="http://schemas.openxmlformats.org/drawingml/2006/main">
            <a:r>
              <a:t>                return</a:t>
            </a:r>
          </a:p>
          <a:p xmlns:a="http://schemas.openxmlformats.org/drawingml/2006/main">
            <a:r>
              <a:t>            now = time.monotonic()</a:t>
            </a:r>
          </a:p>
          <a:p xmlns:a="http://schemas.openxmlformats.org/drawingml/2006/main">
            <a:r>
              <a:t>            if present:</a:t>
            </a:r>
          </a:p>
          <a:p xmlns:a="http://schemas.openxmlformats.org/drawingml/2006/main">
            <a:r>
              <a:t>                if not session.presence_established:</a:t>
            </a:r>
          </a:p>
          <a:p xmlns:a="http://schemas.openxmlformats.org/drawingml/2006/main">
            <a:r>
              <a:t>                    logger.info(</a:t>
            </a:r>
          </a:p>
          <a:p xmlns:a="http://schemas.openxmlformats.org/drawingml/2006/main">
            <a:r>
              <a:t>                        "Session initial presence established instance=%s session=%s",</a:t>
            </a:r>
          </a:p>
          <a:p xmlns:a="http://schemas.openxmlformats.org/drawingml/2006/main">
            <a:r>
              <a:t>                        self.instance_id,</a:t>
            </a:r>
          </a:p>
          <a:p xmlns:a="http://schemas.openxmlformats.org/drawingml/2006/main">
            <a:r>
              <a:t>                        session.identity,</a:t>
            </a:r>
          </a:p>
          <a:p xmlns:a="http://schemas.openxmlformats.org/drawingml/2006/main">
            <a:r>
              <a:t>                    )</a:t>
            </a:r>
          </a:p>
          <a:p xmlns:a="http://schemas.openxmlformats.org/drawingml/2006/main">
            <a:r>
              <a:t>                elif session.present is False:</a:t>
            </a:r>
          </a:p>
          <a:p xmlns:a="http://schemas.openxmlformats.org/drawingml/2006/main">
            <a:r>
              <a:t>                    logger.info(</a:t>
            </a:r>
          </a:p>
          <a:p xmlns:a="http://schemas.openxmlformats.org/drawingml/2006/main">
            <a:r>
              <a:t>                        "Session presence restored instance=%s session=%s; absence cleanup cancelled",</a:t>
            </a:r>
          </a:p>
          <a:p xmlns:a="http://schemas.openxmlformats.org/drawingml/2006/main">
            <a:r>
              <a:t>                        self.instance_id,</a:t>
            </a:r>
          </a:p>
          <a:p xmlns:a="http://schemas.openxmlformats.org/drawingml/2006/main">
            <a:r>
              <a:t>                        session.identity,</a:t>
            </a:r>
          </a:p>
          <a:p xmlns:a="http://schemas.openxmlformats.org/drawingml/2006/main">
            <a:r>
              <a:t>                    )</a:t>
            </a:r>
          </a:p>
          <a:p xmlns:a="http://schemas.openxmlformats.org/drawingml/2006/main">
            <a:r>
              <a:t>                session.present = True</a:t>
            </a:r>
          </a:p>
          <a:p xmlns:a="http://schemas.openxmlformats.org/drawingml/2006/main">
            <a:r>
              <a:t>                session.presence_established = True</a:t>
            </a:r>
          </a:p>
          <a:p xmlns:a="http://schemas.openxmlformats.org/drawingml/2006/main">
            <a:r>
              <a:t>                session.absent_since = None</a:t>
            </a:r>
          </a:p>
          <a:p xmlns:a="http://schemas.openxmlformats.org/drawingml/2006/main">
            <a:r>
              <a:t>                session.cleanup_queue_blocked = False</a:t>
            </a:r>
          </a:p>
          <a:p xmlns:a="http://schemas.openxmlformats.org/drawingml/2006/main">
            <a:r>
              <a:t>                return</a:t>
            </a:r>
          </a:p>
          <a:p xmlns:a="http://schemas.openxmlformats.org/drawingml/2006/main">
            <a:r>
              <a:t>            session.present = False</a:t>
            </a:r>
          </a:p>
          <a:p xmlns:a="http://schemas.openxmlformats.org/drawingml/2006/main">
            <a:r>
              <a:t>            if session.absent_since is None:</a:t>
            </a:r>
          </a:p>
          <a:p xmlns:a="http://schemas.openxmlformats.org/drawingml/2006/main">
            <a:r>
              <a:t>                session.absent_since = now</a:t>
            </a:r>
          </a:p>
          <a:p xmlns:a="http://schemas.openxmlformats.org/drawingml/2006/main">
            <a:r>
              <a:t>                logger.info(</a:t>
            </a:r>
          </a:p>
          <a:p xmlns:a="http://schemas.openxmlformats.org/drawingml/2006/main">
            <a:r>
              <a:t>                    (</a:t>
            </a:r>
          </a:p>
          <a:p xmlns:a="http://schemas.openxmlformats.org/drawingml/2006/main">
            <a:r>
              <a:t>                        "Session client absent instance=%s session=%s grace_s=%.3f inference_pending=%s"</a:t>
            </a:r>
          </a:p>
          <a:p xmlns:a="http://schemas.openxmlformats.org/drawingml/2006/main">
            <a:r>
              <a:t>                        if session.presence_established</a:t>
            </a:r>
          </a:p>
          <a:p xmlns:a="http://schemas.openxmlformats.org/drawingml/2006/main">
            <a:r>
              <a:t>[Excerpt continues in the source file.]</a:t>
            </a:r>
          </a:p>
          <a:p xmlns:a="http://schemas.openxmlformats.org/drawingml/2006/main">
            <a:r>
              <a:t/>
            </a:r>
          </a:p>
          <a:p xmlns:a="http://schemas.openxmlformats.org/drawingml/2006/main">
            <a:r>
              <a:t>src/lerobot/remote_inference/server.py:432 SessionWorker._execute</a:t>
            </a:r>
          </a:p>
          <a:p xmlns:a="http://schemas.openxmlformats.org/drawingml/2006/main">
            <a:r>
              <a:t>    def _execute(self, message: Envelope) -&gt; Envelope:</a:t>
            </a:r>
          </a:p>
          <a:p xmlns:a="http://schemas.openxmlformats.org/drawingml/2006/main">
            <a:r>
              <a:t>        session = self._session</a:t>
            </a:r>
          </a:p>
          <a:p xmlns:a="http://schemas.openxmlformats.org/drawingml/2006/main">
            <a:r>
              <a:t>        if session is None:</a:t>
            </a:r>
          </a:p>
          <a:p xmlns:a="http://schemas.openxmlformats.org/drawingml/2006/main">
            <a:r>
              <a:t>            return message.error(ErrorCode.STALE, "Session closed")</a:t>
            </a:r>
          </a:p>
          <a:p xmlns:a="http://schemas.openxmlformats.org/drawingml/2006/main">
            <a:r>
              <a:t>        if message.message_type is not MessageType.OPEN and message.session_id != session.identity:</a:t>
            </a:r>
          </a:p>
          <a:p xmlns:a="http://schemas.openxmlformats.org/drawingml/2006/main">
            <a:r>
              <a:t>            return message.error(ErrorCode.STALE, "Session ownership changed before execution")</a:t>
            </a:r>
          </a:p>
          <a:p xmlns:a="http://schemas.openxmlformats.org/drawingml/2006/main">
            <a:r>
              <a:t>        if message.message_type is MessageType.OPEN:</a:t>
            </a:r>
          </a:p>
          <a:p xmlns:a="http://schemas.openxmlformats.org/drawingml/2006/main">
            <a:r>
              <a:t>            self.runner.reset(full=True)</a:t>
            </a:r>
          </a:p>
          <a:p xmlns:a="http://schemas.openxmlformats.org/drawingml/2006/main">
            <a:r>
              <a:t>            session.ready = True</a:t>
            </a:r>
          </a:p>
          <a:p xmlns:a="http://schemas.openxmlformats.org/drawingml/2006/main">
            <a:r>
              <a:t>            logger.info("Session admitted instance=%s session=%s", self.instance_id, session.identity)</a:t>
            </a:r>
          </a:p>
          <a:p xmlns:a="http://schemas.openxmlformats.org/drawingml/2006/main">
            <a:r>
              <a:t>            return Envelope(</a:t>
            </a:r>
          </a:p>
          <a:p xmlns:a="http://schemas.openxmlformats.org/drawingml/2006/main">
            <a:r>
              <a:t>                MessageType.ACCEPTED,</a:t>
            </a:r>
          </a:p>
          <a:p xmlns:a="http://schemas.openxmlformats.org/drawingml/2006/main">
            <a:r>
              <a:t>                self.instance_id,</a:t>
            </a:r>
          </a:p>
          <a:p xmlns:a="http://schemas.openxmlformats.org/drawingml/2006/main">
            <a:r>
              <a:t>                session.identity,</a:t>
            </a:r>
          </a:p>
          <a:p xmlns:a="http://schemas.openxmlformats.org/drawingml/2006/main">
            <a:r>
              <a:t>                0,</a:t>
            </a:r>
          </a:p>
          <a:p xmlns:a="http://schemas.openxmlformats.org/drawingml/2006/main">
            <a:r>
              <a:t>                message.request_id,</a:t>
            </a:r>
          </a:p>
          <a:p xmlns:a="http://schemas.openxmlformats.org/drawingml/2006/main">
            <a:r>
              <a:t>                {**self.descriptor, "mode": session.mode.value, "chunk_settings": session.chunk_settings},</a:t>
            </a:r>
          </a:p>
          <a:p xmlns:a="http://schemas.openxmlformats.org/drawingml/2006/main">
            <a:r>
              <a:t>            )</a:t>
            </a:r>
          </a:p>
          <a:p xmlns:a="http://schemas.openxmlformats.org/drawingml/2006/main">
            <a:r>
              <a:t>        if message.message_type is MessageType.CONTROL:</a:t>
            </a:r>
          </a:p>
          <a:p xmlns:a="http://schemas.openxmlformats.org/drawingml/2006/main">
            <a:r>
              <a:t>            operation = message.body["operation"]</a:t>
            </a:r>
          </a:p>
          <a:p xmlns:a="http://schemas.openxmlformats.org/drawingml/2006/main">
            <a:r>
              <a:t>            if operation != "close" and message.generation &lt; session.generation:</a:t>
            </a:r>
          </a:p>
          <a:p xmlns:a="http://schemas.openxmlformats.org/drawingml/2006/main">
            <a:r>
              <a:t>                return message.error(ErrorCode.STALE, "Control generation became obsolete while queued")</a:t>
            </a:r>
          </a:p>
          <a:p xmlns:a="http://schemas.openxmlformats.org/drawingml/2006/main">
            <a:r>
              <a:t>            if operation == "status" and message.generation != session.generation:</a:t>
            </a:r>
          </a:p>
          <a:p xmlns:a="http://schemas.openxmlformats.org/drawingml/2006/main">
            <a:r>
              <a:t>                return message.error(ErrorCode.STALE, "Status generation does not match")</a:t>
            </a:r>
          </a:p>
          <a:p xmlns:a="http://schemas.openxmlformats.org/drawingml/2006/main">
            <a:r>
              <a:t>            if operation == "close" or (</a:t>
            </a:r>
          </a:p>
          <a:p xmlns:a="http://schemas.openxmlformats.org/drawingml/2006/main">
            <a:r>
              <a:t>                operation in {"reset", "invalidate"} and message.generation &gt; session.generation</a:t>
            </a:r>
          </a:p>
          <a:p xmlns:a="http://schemas.openxmlformats.org/drawingml/2006/main">
            <a:r>
              <a:t>            ):</a:t>
            </a:r>
          </a:p>
          <a:p xmlns:a="http://schemas.openxmlformats.org/drawingml/2006/main">
            <a:r>
              <a:t>                self.runner.reset(full=operation != "invalidate")</a:t>
            </a:r>
          </a:p>
          <a:p xmlns:a="http://schemas.openxmlformats.org/drawingml/2006/main">
            <a:r>
              <a:t>                session.generation = message.generation</a:t>
            </a:r>
          </a:p>
          <a:p xmlns:a="http://schemas.openxmlformats.org/drawingml/2006/main">
            <a:r>
              <a:t>            response = message.reply(</a:t>
            </a:r>
          </a:p>
          <a:p xmlns:a="http://schemas.openxmlformats.org/drawingml/2006/main">
            <a:r>
              <a:t>                MessageType.ACK, {"operation": operation, "applied_generation": session.generation}</a:t>
            </a:r>
          </a:p>
          <a:p xmlns:a="http://schemas.openxmlformats.org/drawingml/2006/main">
            <a:r>
              <a:t>            )</a:t>
            </a:r>
          </a:p>
          <a:p xmlns:a="http://schemas.openxmlformats.org/drawingml/2006/main">
            <a:r>
              <a:t>[Excerpt continues in the source file.]</a:t>
            </a:r>
          </a:p>
          <a:p xmlns:a="http://schemas.openxmlformats.org/drawingml/2006/main">
            <a:r>
              <a:t/>
            </a:r>
          </a:p>
          <a:p xmlns:a="http://schemas.openxmlformats.org/drawingml/2006/main">
            <a:r>
              <a:t>tests/remote_inference/test_session.py:355 test_absence_cleanup_never_reuses_a_blocked_model_after_grace</a:t>
            </a:r>
          </a:p>
          <a:p xmlns:a="http://schemas.openxmlformats.org/drawingml/2006/main">
            <a:r>
              <a:t>def test_absence_cleanup_never_reuses_a_blocked_model_after_grace(worker, cleanup_clock):</a:t>
            </a:r>
          </a:p>
          <a:p xmlns:a="http://schemas.openxmlformats.org/drawingml/2006/main">
            <a:r>
              <a:t>    session = admit(worker)</a:t>
            </a:r>
          </a:p>
          <a:p xmlns:a="http://schemas.openxmlformats.org/drawingml/2006/main">
            <a:r>
              <a:t>    worker.expire(present=True)</a:t>
            </a:r>
          </a:p>
          <a:p xmlns:a="http://schemas.openxmlformats.org/drawingml/2006/main">
            <a:r>
              <a:t>    entered, release = block_predict(worker)</a:t>
            </a:r>
          </a:p>
          <a:p xmlns:a="http://schemas.openxmlformats.org/drawingml/2006/main">
            <a:r>
              <a:t>    try:</a:t>
            </a:r>
          </a:p>
          <a:p xmlns:a="http://schemas.openxmlformats.org/drawingml/2006/main">
            <a:r>
              <a:t>        action = worker.submit(action_request(worker, session))</a:t>
            </a:r>
          </a:p>
          <a:p xmlns:a="http://schemas.openxmlformats.org/drawingml/2006/main">
            <a:r>
              <a:t>        assert entered.wait(2)</a:t>
            </a:r>
          </a:p>
          <a:p xmlns:a="http://schemas.openxmlformats.org/drawingml/2006/main">
            <a:r>
              <a:t>        worker.expire(present=False)</a:t>
            </a:r>
          </a:p>
          <a:p xmlns:a="http://schemas.openxmlformats.org/drawingml/2006/main">
            <a:r>
              <a:t>        cleanup_clock[0] += 10</a:t>
            </a:r>
          </a:p>
          <a:p xmlns:a="http://schemas.openxmlformats.org/drawingml/2006/main">
            <a:r>
              <a:t>        worker.expire(present=False)</a:t>
            </a:r>
          </a:p>
          <a:p xmlns:a="http://schemas.openxmlformats.org/drawingml/2006/main">
            <a:r>
              <a:t>        state = worker.descriptor["session"]</a:t>
            </a:r>
          </a:p>
          <a:p xmlns:a="http://schemas.openxmlformats.org/drawingml/2006/main">
            <a:r>
              <a:t>        assert state["owner"] == session</a:t>
            </a:r>
          </a:p>
          <a:p xmlns:a="http://schemas.openxmlformats.org/drawingml/2006/main">
            <a:r>
              <a:t>        assert state["absence_grace_remaining_s"] == 0.0</a:t>
            </a:r>
          </a:p>
          <a:p xmlns:a="http://schemas.openxmlformats.org/drawingml/2006/main">
            <a:r>
              <a:t>        assert state["cleanup_reason"] == "client_absence"</a:t>
            </a:r>
          </a:p>
          <a:p xmlns:a="http://schemas.openxmlformats.org/drawingml/2006/main">
            <a:r>
              <a:t>        assert state["admission_blocker"] == "unfinished_inference"</a:t>
            </a:r>
          </a:p>
          <a:p xmlns:a="http://schemas.openxmlformats.org/drawingml/2006/main">
            <a:r>
              <a:t>        # Neither additional absence nor a late presence token revokes an ordered close.</a:t>
            </a:r>
          </a:p>
          <a:p xmlns:a="http://schemas.openxmlformats.org/drawingml/2006/main">
            <a:r>
              <a:t>        cleanup_clock[0] += 300</a:t>
            </a:r>
          </a:p>
          <a:p xmlns:a="http://schemas.openxmlformats.org/drawingml/2006/main">
            <a:r>
              <a:t>        worker.expire(present=False)</a:t>
            </a:r>
          </a:p>
          <a:p xmlns:a="http://schemas.openxmlformats.org/drawingml/2006/main">
            <a:r>
              <a:t>        worker.expire(present=True)</a:t>
            </a:r>
          </a:p>
          <a:p xmlns:a="http://schemas.openxmlformats.org/drawingml/2006/main">
            <a:r>
              <a:t>        assert_error(worker.submit(open_request(worker)).result(2), ErrorCode.BUSY)</a:t>
            </a:r>
          </a:p>
          <a:p xmlns:a="http://schemas.openxmlformats.org/drawingml/2006/main">
            <a:r>
              <a:t>        assert worker.runner.policy.resets == 2</a:t>
            </a:r>
          </a:p>
          <a:p xmlns:a="http://schemas.openxmlformats.org/drawingml/2006/main">
            <a:r>
              <a:t>        after_cleanup = worker.submit(control_request(worker, session, 0, "status"))</a:t>
            </a:r>
          </a:p>
          <a:p xmlns:a="http://schemas.openxmlformats.org/drawingml/2006/main">
            <a:r>
              <a:t>        assert not after_cleanup.done()</a:t>
            </a:r>
          </a:p>
          <a:p xmlns:a="http://schemas.openxmlformats.org/drawingml/2006/main">
            <a:r>
              <a:t>        release.set()</a:t>
            </a:r>
          </a:p>
          <a:p xmlns:a="http://schemas.openxmlformats.org/drawingml/2006/main">
            <a:r>
              <a:t>        assert_error(action.result(2), ErrorCode.TIMEOUT)</a:t>
            </a:r>
          </a:p>
          <a:p xmlns:a="http://schemas.openxmlformats.org/drawingml/2006/main">
            <a:r>
              <a:t>        assert_error(after_cleanup.result(2), ErrorCode.STALE)</a:t>
            </a:r>
          </a:p>
          <a:p xmlns:a="http://schemas.openxmlformats.org/drawingml/2006/main">
            <a:r>
              <a:t>        assert admit(worker) != session</a:t>
            </a:r>
          </a:p>
          <a:p xmlns:a="http://schemas.openxmlformats.org/drawingml/2006/main">
            <a:r>
              <a:t>    finally:</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ChunkRuntime.fault invalidates motion and latches failure. Later reset/invalidate cannot clear that terminal latch. The engine reports the fault. It lets the control thread issue a local hold before acknowledge_hold signals global shutdown; then the controller ends the segment and runs teardown.</a:t>
            </a:r>
          </a:p>
          <a:p xmlns:a="http://schemas.openxmlformats.org/drawingml/2006/main">
            <a:r>
              <a:t/>
            </a:r>
          </a:p>
          <a:p xmlns:a="http://schemas.openxmlformats.org/drawingml/2006/main">
            <a:r>
              <a:t>Teardown clears interpolation, attempts a local hold when appropriate, stops the engine, then honors return_to_initial_position when its prerequisites hold. A known robot read/send/hold failure suppresses further shutdown movement. Returning uses local hardware and does not need the server.</a:t>
            </a:r>
          </a:p>
          <a:p xmlns:a="http://schemas.openxmlformats.org/drawingml/2006/main">
            <a:r>
              <a:t/>
            </a:r>
          </a:p>
          <a:p xmlns:a="http://schemas.openxmlformats.org/drawingml/2006/main">
            <a:r>
              <a:t>Disconnect may remove torque according to the driver configuration. A transient hold command is not a promise of indefinite pose retention. The focused hardware test passed after the revised return behavior; broader hardware teardown hardening remains a separate concern.</a:t>
            </a:r>
          </a:p>
          <a:p xmlns:a="http://schemas.openxmlformats.org/drawingml/2006/main">
            <a:r>
              <a:t/>
            </a:r>
          </a:p>
          <a:p xmlns:a="http://schemas.openxmlformats.org/drawingml/2006/main">
            <a:r>
              <a:t>Review question: Does restarting the server restore motion after Active motion buffer exhausted?</a:t>
            </a:r>
          </a:p>
          <a:p xmlns:a="http://schemas.openxmlformats.org/drawingml/2006/main">
            <a:r>
              <a:t>Answer: No. The client has latched a terminal fault and is shutting down. A later run needs a new client/session.</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src/lerobot/inference/execution.py:172 — ChunkRuntime.fault</a:t>
            </a:r>
          </a:p>
          <a:p xmlns:a="http://schemas.openxmlformats.org/drawingml/2006/main">
            <a:r>
              <a:t>src/lerobot/rollout/strategies/core.py:227 — RolloutStrategy._teardown_hardware</a:t>
            </a:r>
          </a:p>
          <a:p xmlns:a="http://schemas.openxmlformats.org/drawingml/2006/main">
            <a:r>
              <a:t>tests/test_remote_rollout.py:298 — test_terminal_fault_shutdown_orders_hold_stop_home_disconnect</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src/lerobot/inference/execution.py:172 ChunkRuntime.fault</a:t>
            </a:r>
          </a:p>
          <a:p xmlns:a="http://schemas.openxmlformats.org/drawingml/2006/main">
            <a:r>
              <a:t>    def fault(self, reason: str) -&gt; None:</a:t>
            </a:r>
          </a:p>
          <a:p xmlns:a="http://schemas.openxmlformats.org/drawingml/2006/main">
            <a:r>
              <a:t>        """Latch a terminal fault; invalidate does not clear this latch."""</a:t>
            </a:r>
          </a:p>
          <a:p xmlns:a="http://schemas.openxmlformats.org/drawingml/2006/main">
            <a:r>
              <a:t>        with self.lock:</a:t>
            </a:r>
          </a:p>
          <a:p xmlns:a="http://schemas.openxmlformats.org/drawingml/2006/main">
            <a:r>
              <a:t>            if self.failure is None:</a:t>
            </a:r>
          </a:p>
          <a:p xmlns:a="http://schemas.openxmlformats.org/drawingml/2006/main">
            <a:r>
              <a:t>                self.failure = reason</a:t>
            </a:r>
          </a:p>
          <a:p xmlns:a="http://schemas.openxmlformats.org/drawingml/2006/main">
            <a:r>
              <a:t>                self.invalidate(held=True)</a:t>
            </a:r>
          </a:p>
          <a:p xmlns:a="http://schemas.openxmlformats.org/drawingml/2006/main">
            <a:r>
              <a:t>                self.active = False</a:t>
            </a:r>
          </a:p>
          <a:p xmlns:a="http://schemas.openxmlformats.org/drawingml/2006/main">
            <a:r>
              <a:t/>
            </a:r>
          </a:p>
          <a:p xmlns:a="http://schemas.openxmlformats.org/drawingml/2006/main">
            <a:r>
              <a:t>src/lerobot/rollout/strategies/core.py:227 RolloutStrategy._teardown_hardware</a:t>
            </a:r>
          </a:p>
          <a:p xmlns:a="http://schemas.openxmlformats.org/drawingml/2006/main">
            <a:r>
              <a:t>    def _teardown_hardware(self, hw: HardwareContext, return_to_initial_position: bool = True) -&gt; None:</a:t>
            </a:r>
          </a:p>
          <a:p xmlns:a="http://schemas.openxmlformats.org/drawingml/2006/main">
            <a:r>
              <a:t>        """End policy execution, perform configured local shutdown movement, and disconnect.</a:t>
            </a:r>
          </a:p>
          <a:p xmlns:a="http://schemas.openxmlformats.org/drawingml/2006/main">
            <a:r>
              <a:t/>
            </a:r>
          </a:p>
          <a:p xmlns:a="http://schemas.openxmlformats.org/drawingml/2006/main">
            <a:r>
              <a:t>        A terminal inference fault does not imply failed local hardware. Honor</a:t>
            </a:r>
          </a:p>
          <a:p xmlns:a="http://schemas.openxmlformats.org/drawingml/2006/main">
            <a:r>
              <a:t>        the return setting in that case; never home through a known I/O failure.</a:t>
            </a:r>
          </a:p>
          <a:p xmlns:a="http://schemas.openxmlformats.org/drawingml/2006/main">
            <a:r>
              <a:t>        Disconnect torque behavior belongs to the robot driver, not the hold.</a:t>
            </a:r>
          </a:p>
          <a:p xmlns:a="http://schemas.openxmlformats.org/drawingml/2006/main">
            <a:r>
              <a:t>        """</a:t>
            </a:r>
          </a:p>
          <a:p xmlns:a="http://schemas.openxmlformats.org/drawingml/2006/main">
            <a:r>
              <a:t>        wrapper = hw.robot_wrapper</a:t>
            </a:r>
          </a:p>
          <a:p xmlns:a="http://schemas.openxmlformats.org/drawingml/2006/main">
            <a:r>
              <a:t>        if self._interpolator is not None:</a:t>
            </a:r>
          </a:p>
          <a:p xmlns:a="http://schemas.openxmlformats.org/drawingml/2006/main">
            <a:r>
              <a:t>            self._interpolator.reset()</a:t>
            </a:r>
          </a:p>
          <a:p xmlns:a="http://schemas.openxmlformats.org/drawingml/2006/main">
            <a:r>
              <a:t>        self._cached_obs_processed = None</a:t>
            </a:r>
          </a:p>
          <a:p xmlns:a="http://schemas.openxmlformats.org/drawingml/2006/main">
            <a:r>
              <a:t>        try:</a:t>
            </a:r>
          </a:p>
          <a:p xmlns:a="http://schemas.openxmlformats.org/drawingml/2006/main">
            <a:r>
              <a:t>            if self._engine is not None:</a:t>
            </a:r>
          </a:p>
          <a:p xmlns:a="http://schemas.openxmlformats.org/drawingml/2006/main">
            <a:r>
              <a:t>                logger.info("Stopping inference engine...")</a:t>
            </a:r>
          </a:p>
          <a:p xmlns:a="http://schemas.openxmlformats.org/drawingml/2006/main">
            <a:r>
              <a:t>                if self._engine.failed and wrapper.supports_hold and wrapper.hardware_failure is None:</a:t>
            </a:r>
          </a:p>
          <a:p xmlns:a="http://schemas.openxmlformats.org/drawingml/2006/main">
            <a:r>
              <a:t>                    try:</a:t>
            </a:r>
          </a:p>
          <a:p xmlns:a="http://schemas.openxmlformats.org/drawingml/2006/main">
            <a:r>
              <a:t>                        wrapper.hold()</a:t>
            </a:r>
          </a:p>
          <a:p xmlns:a="http://schemas.openxmlformats.org/drawingml/2006/main">
            <a:r>
              <a:t>                    except Exception:</a:t>
            </a:r>
          </a:p>
          <a:p xmlns:a="http://schemas.openxmlformats.org/drawingml/2006/main">
            <a:r>
              <a:t>                        logger.exception("Fault hold failed; skipping further shutdown movement")</a:t>
            </a:r>
          </a:p>
          <a:p xmlns:a="http://schemas.openxmlformats.org/drawingml/2006/main">
            <a:r>
              <a:t>                self._engine.stop()</a:t>
            </a:r>
          </a:p>
          <a:p xmlns:a="http://schemas.openxmlformats.org/drawingml/2006/main">
            <a:r>
              <a:t>        finally:</a:t>
            </a:r>
          </a:p>
          <a:p xmlns:a="http://schemas.openxmlformats.org/drawingml/2006/main">
            <a:r>
              <a:t>            robot = wrapper.inner</a:t>
            </a:r>
          </a:p>
          <a:p xmlns:a="http://schemas.openxmlformats.org/drawingml/2006/main">
            <a:r>
              <a:t>            try:</a:t>
            </a:r>
          </a:p>
          <a:p xmlns:a="http://schemas.openxmlformats.org/drawingml/2006/main">
            <a:r>
              <a:t>                if robot.is_connected:</a:t>
            </a:r>
          </a:p>
          <a:p xmlns:a="http://schemas.openxmlformats.org/drawingml/2006/main">
            <a:r>
              <a:t>                    try:</a:t>
            </a:r>
          </a:p>
          <a:p xmlns:a="http://schemas.openxmlformats.org/drawingml/2006/main">
            <a:r>
              <a:t>                        if wrapper.hardware_failure is not None:</a:t>
            </a:r>
          </a:p>
          <a:p xmlns:a="http://schemas.openxmlformats.org/drawingml/2006/main">
            <a:r>
              <a:t>                            logger.warning(</a:t>
            </a:r>
          </a:p>
          <a:p xmlns:a="http://schemas.openxmlformats.org/drawingml/2006/main">
            <a:r>
              <a:t>                                "Skipping return-to-initial-position: robot I/O failed: %s",</a:t>
            </a:r>
          </a:p>
          <a:p xmlns:a="http://schemas.openxmlformats.org/drawingml/2006/main">
            <a:r>
              <a:t>                                wrapper.hardware_failure,</a:t>
            </a:r>
          </a:p>
          <a:p xmlns:a="http://schemas.openxmlformats.org/drawingml/2006/main">
            <a:r>
              <a:t>                            )</a:t>
            </a:r>
          </a:p>
          <a:p xmlns:a="http://schemas.openxmlformats.org/drawingml/2006/main">
            <a:r>
              <a:t>                        elif not return_to_initial_position:</a:t>
            </a:r>
          </a:p>
          <a:p xmlns:a="http://schemas.openxmlformats.org/drawingml/2006/main">
            <a:r>
              <a:t>                            logger.info("Skipping return-to-initial-position: disabled by config")</a:t>
            </a:r>
          </a:p>
          <a:p xmlns:a="http://schemas.openxmlformats.org/drawingml/2006/main">
            <a:r>
              <a:t>[Excerpt continues in the source file.]</a:t>
            </a:r>
          </a:p>
          <a:p xmlns:a="http://schemas.openxmlformats.org/drawingml/2006/main">
            <a:r>
              <a:t/>
            </a:r>
          </a:p>
          <a:p xmlns:a="http://schemas.openxmlformats.org/drawingml/2006/main">
            <a:r>
              <a:t>tests/test_remote_rollout.py:298 test_terminal_fault_shutdown_orders_hold_stop_home_disconnect</a:t>
            </a:r>
          </a:p>
          <a:p xmlns:a="http://schemas.openxmlformats.org/drawingml/2006/main">
            <a:r>
              <a:t>def test_terminal_fault_shutdown_orders_hold_stop_home_disconnect(monkeypatch):</a:t>
            </a:r>
          </a:p>
          <a:p xmlns:a="http://schemas.openxmlformats.org/drawingml/2006/main">
            <a:r>
              <a:t>    engine = GateEngine()</a:t>
            </a:r>
          </a:p>
          <a:p xmlns:a="http://schemas.openxmlformats.org/drawingml/2006/main">
            <a:r>
              <a:t>    engine.failed = True</a:t>
            </a:r>
          </a:p>
          <a:p xmlns:a="http://schemas.openxmlformats.org/drawingml/2006/main">
            <a:r>
              <a:t>    ctx, robot = make_dispatch_context(engine)</a:t>
            </a:r>
          </a:p>
          <a:p xmlns:a="http://schemas.openxmlformats.org/drawingml/2006/main">
            <a:r>
              <a:t>    strategy = BaseStrategy(BaseStrategyConfig())</a:t>
            </a:r>
          </a:p>
          <a:p xmlns:a="http://schemas.openxmlformats.org/drawingml/2006/main">
            <a:r>
              <a:t>    strategy._engine = engine</a:t>
            </a:r>
          </a:p>
          <a:p xmlns:a="http://schemas.openxmlformats.org/drawingml/2006/main">
            <a:r>
              <a:t>    strategy._interpolator = ActionInterpolator()</a:t>
            </a:r>
          </a:p>
          <a:p xmlns:a="http://schemas.openxmlformats.org/drawingml/2006/main">
            <a:r>
              <a:t>    strategy._interpolator.add(torch.tensor([123.0]))</a:t>
            </a:r>
          </a:p>
          <a:p xmlns:a="http://schemas.openxmlformats.org/drawingml/2006/main">
            <a:r>
              <a:t>    strategy._cached_obs_processed = {"joint.pos": 123.0}</a:t>
            </a:r>
          </a:p>
          <a:p xmlns:a="http://schemas.openxmlformats.org/drawingml/2006/main">
            <a:r>
              <a:t>    events = []</a:t>
            </a:r>
          </a:p>
          <a:p xmlns:a="http://schemas.openxmlformats.org/drawingml/2006/main">
            <a:r>
              <a:t>    monkeypatch.setattr(robot, "send_action", lambda action: events.append(("action", action.copy())))</a:t>
            </a:r>
          </a:p>
          <a:p xmlns:a="http://schemas.openxmlformats.org/drawingml/2006/main">
            <a:r>
              <a:t>    monkeypatch.setattr(engine, "stop", lambda: events.append(("engine_stop", None)))</a:t>
            </a:r>
          </a:p>
          <a:p xmlns:a="http://schemas.openxmlformats.org/drawingml/2006/main">
            <a:r>
              <a:t>    monkeypatch.setattr(robot, "disconnect", lambda: events.append(("disconnect", None)))</a:t>
            </a:r>
          </a:p>
          <a:p xmlns:a="http://schemas.openxmlformats.org/drawingml/2006/main">
            <a:r>
              <a:t>    monkeypatch.setattr("lerobot.rollout.strategies.core.precise_sleep", lambda _: None)</a:t>
            </a:r>
          </a:p>
          <a:p xmlns:a="http://schemas.openxmlformats.org/drawingml/2006/main">
            <a:r>
              <a:t>    strategy._teardown_hardware(ctx.hardware)</a:t>
            </a:r>
          </a:p>
          <a:p xmlns:a="http://schemas.openxmlformats.org/drawingml/2006/main">
            <a:r>
              <a:t>    assert events[0] == ("action", {"joint.pos": 7.0})</a:t>
            </a:r>
          </a:p>
          <a:p xmlns:a="http://schemas.openxmlformats.org/drawingml/2006/main">
            <a:r>
              <a:t>    assert events[1] == ("engine_stop", None)</a:t>
            </a:r>
          </a:p>
          <a:p xmlns:a="http://schemas.openxmlformats.org/drawingml/2006/main">
            <a:r>
              <a:t>    assert events[-2] == ("action", {"joint.pos": 0.0})</a:t>
            </a:r>
          </a:p>
          <a:p xmlns:a="http://schemas.openxmlformats.org/drawingml/2006/main">
            <a:r>
              <a:t>    assert events[-1] == ("disconnect", None)</a:t>
            </a:r>
          </a:p>
          <a:p xmlns:a="http://schemas.openxmlformats.org/drawingml/2006/main">
            <a:r>
              <a:t>    assert strategy._interpolator.get() is None</a:t>
            </a:r>
          </a:p>
          <a:p xmlns:a="http://schemas.openxmlformats.org/drawingml/2006/main">
            <a:r>
              <a:t>    assert strategy._cached_obs_processed is None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acknowledgment means the local hold command was issued, not that sensors proved physical stillness. The control thread must acknowledge the hold before the worker sends the generation control and language request. The query requires a new capture after the control thread acknowledges issuing the hold. The worker receives the server generation-control acknowledgment before submitting language work. A queued full reset must not be downgraded by a later hold request.</a:t>
            </a:r>
          </a:p>
          <a:p xmlns:a="http://schemas.openxmlformats.org/drawingml/2006/main">
            <a:r>
              <a:t/>
            </a:r>
          </a:p>
          <a:p xmlns:a="http://schemas.openxmlformats.org/drawingml/2006/main">
            <a:r>
              <a:t>PolicyRunner uses an isolated language processor pair, while the policy is still accessed through the same serialized worker. Query IDs, task versions and autosteering intent prevent obsolete answers from changing the current task.</a:t>
            </a:r>
          </a:p>
          <a:p xmlns:a="http://schemas.openxmlformats.org/drawingml/2006/main">
            <a:r>
              <a:t/>
            </a:r>
          </a:p>
          <a:p xmlns:a="http://schemas.openxmlformats.org/drawingml/2006/main">
            <a:r>
              <a:t>After language work completes without a terminal fault, the old observation is discarded so action inference receives a post-query capture. A recoverable text/execution error can return an error answer and resume; timeout or uncertain protocol state faults the rollout. Autosteering requires a real dispatched action after applying a subtask before another subtask query. Natural-language task conditioning alone does not mean a policy implements VQA.</a:t>
            </a:r>
          </a:p>
          <a:p xmlns:a="http://schemas.openxmlformats.org/drawingml/2006/main">
            <a:r>
              <a:t/>
            </a:r>
          </a:p>
          <a:p xmlns:a="http://schemas.openxmlformats.org/drawingml/2006/main">
            <a:r>
              <a:t>Review question: Why not let the robot finish a long chunk while a slow VQA call runs?</a:t>
            </a:r>
          </a:p>
          <a:p xmlns:a="http://schemas.openxmlformats.org/drawingml/2006/main">
            <a:r>
              <a:t>Answer: The agreed behavior is a planned local hold, with bounded serialized language work and fresh resumption. Concurrent action/text scheduling is outside this implementation.</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src/lerobot/rollout/inference/remote.py:282 — RemoteInferenceEngine._request_language_hold</a:t>
            </a:r>
          </a:p>
          <a:p xmlns:a="http://schemas.openxmlformats.org/drawingml/2006/main">
            <a:r>
              <a:t>src/lerobot/rollout/inference/remote.py:374 — RemoteInferenceEngine._loop</a:t>
            </a:r>
          </a:p>
          <a:p xmlns:a="http://schemas.openxmlformats.org/drawingml/2006/main">
            <a:r>
              <a:t>tests/remote_inference/test_engine.py:159 — test_query_waits_for_hold_acknowledgment_and_new_capture</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src/lerobot/rollout/inference/remote.py:282 RemoteInferenceEngine._request_language_hold</a:t>
            </a:r>
          </a:p>
          <a:p xmlns:a="http://schemas.openxmlformats.org/drawingml/2006/main">
            <a:r>
              <a:t>    def _request_language_hold(self) -&gt; None:</a:t>
            </a:r>
          </a:p>
          <a:p xmlns:a="http://schemas.openxmlformats.org/drawingml/2006/main">
            <a:r>
              <a:t>        with self._lock:</a:t>
            </a:r>
          </a:p>
          <a:p xmlns:a="http://schemas.openxmlformats.org/drawingml/2006/main">
            <a:r>
              <a:t>            if not self.runtime.active or self._hold_requested or self.failed:</a:t>
            </a:r>
          </a:p>
          <a:p xmlns:a="http://schemas.openxmlformats.org/drawingml/2006/main">
            <a:r>
              <a:t>                return</a:t>
            </a:r>
          </a:p>
          <a:p xmlns:a="http://schemas.openxmlformats.org/drawingml/2006/main">
            <a:r>
              <a:t>            generation = self.runtime.invalidate(held=True)</a:t>
            </a:r>
          </a:p>
          <a:p xmlns:a="http://schemas.openxmlformats.org/drawingml/2006/main">
            <a:r>
              <a:t>            self._hold_requested = True</a:t>
            </a:r>
          </a:p>
          <a:p xmlns:a="http://schemas.openxmlformats.org/drawingml/2006/main">
            <a:r>
              <a:t>            self._hold_acknowledged = False</a:t>
            </a:r>
          </a:p>
          <a:p xmlns:a="http://schemas.openxmlformats.org/drawingml/2006/main">
            <a:r>
              <a:t>            self._hold_started = time.monotonic()</a:t>
            </a:r>
          </a:p>
          <a:p xmlns:a="http://schemas.openxmlformats.org/drawingml/2006/main">
            <a:r>
              <a:t>            self._observation = None</a:t>
            </a:r>
          </a:p>
          <a:p xmlns:a="http://schemas.openxmlformats.org/drawingml/2006/main">
            <a:r>
              <a:t>            operation = "reset" if self._control is not None and self._control[0] == "reset" else "invalidate"</a:t>
            </a:r>
          </a:p>
          <a:p xmlns:a="http://schemas.openxmlformats.org/drawingml/2006/main">
            <a:r>
              <a:t>            self._control = (operation, generation)</a:t>
            </a:r>
          </a:p>
          <a:p xmlns:a="http://schemas.openxmlformats.org/drawingml/2006/main">
            <a:r>
              <a:t>            self._event("planned_hold")</a:t>
            </a:r>
          </a:p>
          <a:p xmlns:a="http://schemas.openxmlformats.org/drawingml/2006/main">
            <a:r>
              <a:t/>
            </a:r>
          </a:p>
          <a:p xmlns:a="http://schemas.openxmlformats.org/drawingml/2006/main">
            <a:r>
              <a:t>src/lerobot/rollout/inference/remote.py:374 RemoteInferenceEngine._loop</a:t>
            </a:r>
          </a:p>
          <a:p xmlns:a="http://schemas.openxmlformats.org/drawingml/2006/main">
            <a:r>
              <a:t>                    continue</a:t>
            </a:r>
          </a:p>
          <a:p xmlns:a="http://schemas.openxmlformats.org/drawingml/2006/main">
            <a:r>
              <a:t>                if hold_ready:</a:t>
            </a:r>
          </a:p>
          <a:p xmlns:a="http://schemas.openxmlformats.org/drawingml/2006/main">
            <a:r>
              <a:t>                    with self._lock:</a:t>
            </a:r>
          </a:p>
          <a:p xmlns:a="http://schemas.openxmlformats.org/drawingml/2006/main">
            <a:r>
              <a:t>                        # Reset/pause may arrive after the initial loop snapshot.</a:t>
            </a:r>
          </a:p>
          <a:p xmlns:a="http://schemas.openxmlformats.org/drawingml/2006/main">
            <a:r>
              <a:t>                        # A new-generation query must wait for its ordered control</a:t>
            </a:r>
          </a:p>
          <a:p xmlns:a="http://schemas.openxmlformats.org/drawingml/2006/main">
            <a:r>
              <a:t>                        # acknowledgement, just like an action request.</a:t>
            </a:r>
          </a:p>
          <a:p xmlns:a="http://schemas.openxmlformats.org/drawingml/2006/main">
            <a:r>
              <a:t>                        eligible = (</a:t>
            </a:r>
          </a:p>
          <a:p xmlns:a="http://schemas.openxmlformats.org/drawingml/2006/main">
            <a:r>
              <a:t>                            self._control is None</a:t>
            </a:r>
          </a:p>
          <a:p xmlns:a="http://schemas.openxmlformats.org/drawingml/2006/main">
            <a:r>
              <a:t>                            and self.runtime.active</a:t>
            </a:r>
          </a:p>
          <a:p xmlns:a="http://schemas.openxmlformats.org/drawingml/2006/main">
            <a:r>
              <a:t>                            and self._hold_requested</a:t>
            </a:r>
          </a:p>
          <a:p xmlns:a="http://schemas.openxmlformats.org/drawingml/2006/main">
            <a:r>
              <a:t>                            and self._hold_acknowledged</a:t>
            </a:r>
          </a:p>
          <a:p xmlns:a="http://schemas.openxmlformats.org/drawingml/2006/main">
            <a:r>
              <a:t>                            and observation is self._observation</a:t>
            </a:r>
          </a:p>
          <a:p xmlns:a="http://schemas.openxmlformats.org/drawingml/2006/main">
            <a:r>
              <a:t>                            and observation.capture_time &gt;= self._hold_started</a:t>
            </a:r>
          </a:p>
          <a:p xmlns:a="http://schemas.openxmlformats.org/drawingml/2006/main">
            <a:r>
              <a:t>                        )</a:t>
            </a:r>
          </a:p>
          <a:p xmlns:a="http://schemas.openxmlformats.org/drawingml/2006/main">
            <a:r>
              <a:t>                        generation = self.runtime.generation</a:t>
            </a:r>
          </a:p>
          <a:p xmlns:a="http://schemas.openxmlformats.org/drawingml/2006/main">
            <a:r>
              <a:t>                        if eligible:</a:t>
            </a:r>
          </a:p>
          <a:p xmlns:a="http://schemas.openxmlformats.org/drawingml/2006/main">
            <a:r>
              <a:t>                            self._query_observation, self._query_generation = observation, generation</a:t>
            </a:r>
          </a:p>
          <a:p xmlns:a="http://schemas.openxmlformats.org/drawingml/2006/main">
            <a:r>
              <a:t>                    if not eligible:</a:t>
            </a:r>
          </a:p>
          <a:p xmlns:a="http://schemas.openxmlformats.org/drawingml/2006/main">
            <a:r>
              <a:t>                        self._stop_event.wait(0.002)</a:t>
            </a:r>
          </a:p>
          <a:p xmlns:a="http://schemas.openxmlformats.org/drawingml/2006/main">
            <a:r>
              <a:t>                        continue</a:t>
            </a:r>
          </a:p>
          <a:p xmlns:a="http://schemas.openxmlformats.org/drawingml/2006/main">
            <a:r>
              <a:t>                    self._service_query({})</a:t>
            </a:r>
          </a:p>
          <a:p xmlns:a="http://schemas.openxmlformats.org/drawingml/2006/main">
            <a:r>
              <a:t>                    with self._lock:</a:t>
            </a:r>
          </a:p>
          <a:p xmlns:a="http://schemas.openxmlformats.org/drawingml/2006/main">
            <a:r>
              <a:t>                        if self.runtime.generation == generation and not self.failed:</a:t>
            </a:r>
          </a:p>
          <a:p xmlns:a="http://schemas.openxmlformats.org/drawingml/2006/main">
            <a:r>
              <a:t>                            self.runtime.held = False</a:t>
            </a:r>
          </a:p>
          <a:p xmlns:a="http://schemas.openxmlformats.org/drawingml/2006/main">
            <a:r>
              <a:t>                            self.runtime.started_at = time.monotonic()</a:t>
            </a:r>
          </a:p>
          <a:p xmlns:a="http://schemas.openxmlformats.org/drawingml/2006/main">
            <a:r>
              <a:t>                            self._hold_requested = False</a:t>
            </a:r>
          </a:p>
          <a:p xmlns:a="http://schemas.openxmlformats.org/drawingml/2006/main">
            <a:r>
              <a:t>                            self._hold_acknowledged = False</a:t>
            </a:r>
          </a:p>
          <a:p xmlns:a="http://schemas.openxmlformats.org/drawingml/2006/main">
            <a:r>
              <a:t>                            self._observation = None  # action always gets a post-query capture</a:t>
            </a:r>
          </a:p>
          <a:p xmlns:a="http://schemas.openxmlformats.org/drawingml/2006/main">
            <a:r>
              <a:t>                    continue</a:t>
            </a:r>
          </a:p>
          <a:p xmlns:a="http://schemas.openxmlformats.org/drawingml/2006/main">
            <a:r>
              <a:t>                if self.has_pending_query or not self.client.present:</a:t>
            </a:r>
          </a:p>
          <a:p xmlns:a="http://schemas.openxmlformats.org/drawingml/2006/main">
            <a:r>
              <a:t>                    self.runtime.check_deadlines()</a:t>
            </a:r>
          </a:p>
          <a:p xmlns:a="http://schemas.openxmlformats.org/drawingml/2006/main">
            <a:r>
              <a:t>                    self._stop_event.wait(0.002)</a:t>
            </a:r>
          </a:p>
          <a:p xmlns:a="http://schemas.openxmlformats.org/drawingml/2006/main">
            <a:r>
              <a:t>[Excerpt continues in the source file.]</a:t>
            </a:r>
          </a:p>
          <a:p xmlns:a="http://schemas.openxmlformats.org/drawingml/2006/main">
            <a:r>
              <a:t/>
            </a:r>
          </a:p>
          <a:p xmlns:a="http://schemas.openxmlformats.org/drawingml/2006/main">
            <a:r>
              <a:t>tests/remote_inference/test_engine.py:159 test_query_waits_for_hold_acknowledgment_and_new_capture</a:t>
            </a:r>
          </a:p>
          <a:p xmlns:a="http://schemas.openxmlformats.org/drawingml/2006/main">
            <a:r>
              <a:t>def test_query_waits_for_hold_acknowledgment_and_new_capture(session):</a:t>
            </a:r>
          </a:p>
          <a:p xmlns:a="http://schemas.openxmlformats.org/drawingml/2006/main">
            <a:r>
              <a:t>    engine, client = session</a:t>
            </a:r>
          </a:p>
          <a:p xmlns:a="http://schemas.openxmlformats.org/drawingml/2006/main">
            <a:r>
              <a:t>    engine.resume()</a:t>
            </a:r>
          </a:p>
          <a:p xmlns:a="http://schemas.openxmlformats.org/drawingml/2006/main">
            <a:r>
              <a:t>    capture(engine)</a:t>
            </a:r>
          </a:p>
          <a:p xmlns:a="http://schemas.openxmlformats.org/drawingml/2006/main">
            <a:r>
              <a:t>    assert engine.ask("What is visible?")</a:t>
            </a:r>
          </a:p>
          <a:p xmlns:a="http://schemas.openxmlformats.org/drawingml/2006/main">
            <a:r>
              <a:t>    engine.start()</a:t>
            </a:r>
          </a:p>
          <a:p xmlns:a="http://schemas.openxmlformats.org/drawingml/2006/main">
            <a:r>
              <a:t>    assert not client.control_started.wait(0.02)</a:t>
            </a:r>
          </a:p>
          <a:p xmlns:a="http://schemas.openxmlformats.org/drawingml/2006/main">
            <a:r>
              <a:t>    assert not client.text_started.is_set()</a:t>
            </a:r>
          </a:p>
          <a:p xmlns:a="http://schemas.openxmlformats.org/drawingml/2006/main">
            <a:r>
              <a:t>    assert not engine.dispatch_allowed()</a:t>
            </a:r>
          </a:p>
          <a:p xmlns:a="http://schemas.openxmlformats.org/drawingml/2006/main">
            <a:r>
              <a:t>    engine.acknowledge_hold()</a:t>
            </a:r>
          </a:p>
          <a:p xmlns:a="http://schemas.openxmlformats.org/drawingml/2006/main">
            <a:r>
              <a:t>    assert client.control_started.wait(2)</a:t>
            </a:r>
          </a:p>
          <a:p xmlns:a="http://schemas.openxmlformats.org/drawingml/2006/main">
            <a:r>
              <a:t>    assert not client.text_started.wait(0.02), "the pre-hold capture cannot condition text"</a:t>
            </a:r>
          </a:p>
          <a:p xmlns:a="http://schemas.openxmlformats.org/drawingml/2006/main">
            <a:r>
              <a:t>    capture(engine)</a:t>
            </a:r>
          </a:p>
          <a:p xmlns:a="http://schemas.openxmlformats.org/drawingml/2006/main">
            <a:r>
              <a:t>    assert client.text_started.wait(2)</a:t>
            </a:r>
          </a:p>
          <a:p xmlns:a="http://schemas.openxmlformats.org/drawingml/2006/main">
            <a:r>
              <a:t>    client.text_release.set()</a:t>
            </a:r>
          </a:p>
          <a:p xmlns:a="http://schemas.openxmlformats.org/drawingml/2006/main">
            <a:r>
              <a:t>    assert wait_for(lambda: bool(engine._ready_answers))</a:t>
            </a:r>
          </a:p>
          <a:p xmlns:a="http://schemas.openxmlformats.org/drawingml/2006/main">
            <a:r>
              <a:t>    delivered = []</a:t>
            </a:r>
          </a:p>
          <a:p xmlns:a="http://schemas.openxmlformats.org/drawingml/2006/main">
            <a:r>
              <a:t>    engine.set_answer_observer(delivered.append)</a:t>
            </a:r>
          </a:p>
          <a:p xmlns:a="http://schemas.openxmlformats.org/drawingml/2006/main">
            <a:r>
              <a:t>    assert delivered == []</a:t>
            </a:r>
          </a:p>
          <a:p xmlns:a="http://schemas.openxmlformats.org/drawingml/2006/main">
            <a:r>
              <a:t>    engine.pump_query()</a:t>
            </a:r>
          </a:p>
          <a:p xmlns:a="http://schemas.openxmlformats.org/drawingml/2006/main">
            <a:r>
              <a:t>    assert delivered[0].answer == "an answer"</a:t>
            </a:r>
          </a:p>
          <a:p xmlns:a="http://schemas.openxmlformats.org/drawingml/2006/main">
            <a:r>
              <a:t>    assert not client.action_started.is_set(), "action resumption requires another fresh capture"</a:t>
            </a:r>
          </a:p>
          <a:p xmlns:a="http://schemas.openxmlformats.org/drawingml/2006/main">
            <a:r>
              <a:t>    capture(engine)</a:t>
            </a:r>
          </a:p>
          <a:p xmlns:a="http://schemas.openxmlformats.org/drawingml/2006/main">
            <a:r>
              <a:t>    assert client.action_started.wait(2)</a:t>
            </a:r>
          </a:p>
          <a:p xmlns:a="http://schemas.openxmlformats.org/drawingml/2006/main">
            <a:r>
              <a:t>    assert client.max_active_calls ==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chunk_inference_spec declares prediction/execution lengths and available modes. validate_chunk_input_features distinguishes accepted canonical inputs from the checkpoint’s existing preparation. The exact negotiated wire schema remains strict.</a:t>
            </a:r>
          </a:p>
          <a:p xmlns:a="http://schemas.openxmlformats.org/drawingml/2006/main">
            <a:r>
              <a:t/>
            </a:r>
          </a:p>
          <a:p xmlns:a="http://schemas.openxmlformats.org/drawingml/2006/main">
            <a:r>
              <a:t>The inherited contract rejects history and certain stateful preparation patterns it cannot represent. LingBot, for example, consumes frame/executed-action history and model cache state; constant-width current snapshots are not enough. Some other policies only need a targeted horizon declaration.</a:t>
            </a:r>
          </a:p>
          <a:p xmlns:a="http://schemas.openxmlformats.org/drawingml/2006/main">
            <a:r>
              <a:t/>
            </a:r>
          </a:p>
          <a:p xmlns:a="http://schemas.openxmlformats.org/drawingml/2006/main">
            <a:r>
              <a:t>Read policy_support_audit.md for all 21 built-in families and their caveats. The runner currently uses direct construction, not a generic YAML adapter registry. An extension should solve a concrete checkpoint need without weakening the guarantees for existing ones.</a:t>
            </a:r>
          </a:p>
          <a:p xmlns:a="http://schemas.openxmlformats.org/drawingml/2006/main">
            <a:r>
              <a:t/>
            </a:r>
          </a:p>
          <a:p xmlns:a="http://schemas.openxmlformats.org/drawingml/2006/main">
            <a:r>
              <a:t>Review question: Is “remove the history validation check” a complete adapter?</a:t>
            </a:r>
          </a:p>
          <a:p xmlns:a="http://schemas.openxmlformats.org/drawingml/2006/main">
            <a:r>
              <a:t>Answer: No. It removes the failure signal without supplying the history and execution feedback the model actually needs.</a:t>
            </a:r>
          </a:p>
          <a:p xmlns:a="http://schemas.openxmlformats.org/drawingml/2006/main">
            <a:r>
              <a:t/>
            </a:r>
          </a:p>
          <a:p xmlns:a="http://schemas.openxmlformats.org/drawingml/2006/main">
            <a:r>
              <a:t>Sources at c73a3f0403046f669326ca896755b00cbef415fa:</a:t>
            </a:r>
          </a:p>
          <a:p xmlns:a="http://schemas.openxmlformats.org/drawingml/2006/main">
            <a:r>
              <a:t>src/lerobot/policies/pretrained.py:307 — PreTrainedPolicy.chunk_inference_spec</a:t>
            </a:r>
          </a:p>
          <a:p xmlns:a="http://schemas.openxmlformats.org/drawingml/2006/main">
            <a:r>
              <a:t>src/lerobot/policies/lawam/modeling_lawam.py:221 — LaWAMPolicy.chunk_inference_spec</a:t>
            </a:r>
          </a:p>
          <a:p xmlns:a="http://schemas.openxmlformats.org/drawingml/2006/main">
            <a:r>
              <a:t>src/lerobot/policies/smolvla/modeling_smolvla.py:338 — SmolVLAPolicy.validate_chunk_input_features</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src/lerobot/policies/pretrained.py:307 PreTrainedPolicy.chunk_inference_spec</a:t>
            </a:r>
          </a:p>
          <a:p xmlns:a="http://schemas.openxmlformats.org/drawingml/2006/main">
            <a:r>
              <a:t>    def chunk_inference_spec(self) -&gt; ChunkPolicySpec:</a:t>
            </a:r>
          </a:p>
          <a:p xmlns:a="http://schemas.openxmlformats.org/drawingml/2006/main">
            <a:r>
              <a:t>        """Declare the default current-observation chunk-serving author contract.</a:t>
            </a:r>
          </a:p>
          <a:p xmlns:a="http://schemas.openxmlformats.org/drawingml/2006/main">
            <a:r>
              <a:t/>
            </a:r>
          </a:p>
          <a:p xmlns:a="http://schemas.openxmlformats.org/drawingml/2006/main">
            <a:r>
              <a:t>        Inheriting this implementation declares that ``predict_action_chunk`` does</a:t>
            </a:r>
          </a:p>
          <a:p xmlns:a="http://schemas.openxmlformats.org/drawingml/2006/main">
            <a:r>
              <a:t>        every preparation needed by direct callers, accepts the complete current</a:t>
            </a:r>
          </a:p>
          <a:p xmlns:a="http://schemas.openxmlformats.org/drawingml/2006/main">
            <a:r>
              <a:t>        observation, and returns ``[B, chunk_size, A]`` in model coordinates. Its</a:t>
            </a:r>
          </a:p>
          <a:p xmlns:a="http://schemas.openxmlformats.org/drawingml/2006/main">
            <a:r>
              <a:t>        canonical processor pair must support whole chunks. ``n_action_steps`` is</a:t>
            </a:r>
          </a:p>
          <a:p xmlns:a="http://schemas.openxmlformats.org/drawingml/2006/main">
            <a:r>
              <a:t>        the ordinary playback slice; RTC retains the full prediction horizon.</a:t>
            </a:r>
          </a:p>
          <a:p xmlns:a="http://schemas.openxmlformats.org/drawingml/2006/main">
            <a:r>
              <a:t/>
            </a:r>
          </a:p>
          <a:p xmlns:a="http://schemas.openxmlformats.org/drawingml/2006/main">
            <a:r>
              <a:t>        A policy requiring select_action-only preparation, other action layouts,</a:t>
            </a:r>
          </a:p>
          <a:p xmlns:a="http://schemas.openxmlformats.org/drawingml/2006/main">
            <a:r>
              <a:t>        or temporal sampling must override this method and reject unsupported</a:t>
            </a:r>
          </a:p>
          <a:p xmlns:a="http://schemas.openxmlformats.org/drawingml/2006/main">
            <a:r>
              <a:t>        configurations or provide a custom runner. Method presence or a successful</a:t>
            </a:r>
          </a:p>
          <a:p xmlns:a="http://schemas.openxmlformats.org/drawingml/2006/main">
            <a:r>
              <a:t>        warmup is not evidence for this contract. Policy/processor state is allowed</a:t>
            </a:r>
          </a:p>
          <a:p xmlns:a="http://schemas.openxmlformats.org/drawingml/2006/main">
            <a:r>
              <a:t>        only within an exclusive session and reset() must clear it for a new run.</a:t>
            </a:r>
          </a:p>
          <a:p xmlns:a="http://schemas.openxmlformats.org/drawingml/2006/main">
            <a:r>
              <a:t>        """</a:t>
            </a:r>
          </a:p>
          <a:p xmlns:a="http://schemas.openxmlformats.org/drawingml/2006/main">
            <a:r>
              <a:t>        config = self.config</a:t>
            </a:r>
          </a:p>
          <a:p xmlns:a="http://schemas.openxmlformats.org/drawingml/2006/main">
            <a:r>
              <a:t>        if config.n_obs_steps != 1:</a:t>
            </a:r>
          </a:p>
          <a:p xmlns:a="http://schemas.openxmlformats.org/drawingml/2006/main">
            <a:r>
              <a:t>            raise ValueError("Chunk serving requires n_obs_steps=1; observation history is unsupported.")</a:t>
            </a:r>
          </a:p>
          <a:p xmlns:a="http://schemas.openxmlformats.org/drawingml/2006/main">
            <a:r>
              <a:t>        for field_name in (</a:t>
            </a:r>
          </a:p>
          <a:p xmlns:a="http://schemas.openxmlformats.org/drawingml/2006/main">
            <a:r>
              <a:t>            "observation_delta_indices",</a:t>
            </a:r>
          </a:p>
          <a:p xmlns:a="http://schemas.openxmlformats.org/drawingml/2006/main">
            <a:r>
              <a:t>            "image_observation_delta_indices",</a:t>
            </a:r>
          </a:p>
          <a:p xmlns:a="http://schemas.openxmlformats.org/drawingml/2006/main">
            <a:r>
              <a:t>            "state_observation_delta_indices",</a:t>
            </a:r>
          </a:p>
          <a:p xmlns:a="http://schemas.openxmlformats.org/drawingml/2006/main">
            <a:r>
              <a:t>        ):</a:t>
            </a:r>
          </a:p>
          <a:p xmlns:a="http://schemas.openxmlformats.org/drawingml/2006/main">
            <a:r>
              <a:t>            indices = getattr(config, field_name, None)</a:t>
            </a:r>
          </a:p>
          <a:p xmlns:a="http://schemas.openxmlformats.org/drawingml/2006/main">
            <a:r>
              <a:t>            if indices is not None and list(indices) != [0]:</a:t>
            </a:r>
          </a:p>
          <a:p xmlns:a="http://schemas.openxmlformats.org/drawingml/2006/main">
            <a:r>
              <a:t>                raise ValueError(f"Chunk serving cannot sample temporal history ({field_name}).")</a:t>
            </a:r>
          </a:p>
          <a:p xmlns:a="http://schemas.openxmlformats.org/drawingml/2006/main">
            <a:r>
              <a:t>        if getattr(config, "temporal_ensemble_coeff", None) is not None:</a:t>
            </a:r>
          </a:p>
          <a:p xmlns:a="http://schemas.openxmlformats.org/drawingml/2006/main">
            <a:r>
              <a:t>            raise ValueError("Chunk serving does not support temporal ensembling.")</a:t>
            </a:r>
          </a:p>
          <a:p xmlns:a="http://schemas.openxmlformats.org/drawingml/2006/main">
            <a:r>
              <a:t>        if getattr(config, "use_visual_memory", False) or getattr(config, "use_proprioceptive_memory", False):</a:t>
            </a:r>
          </a:p>
          <a:p xmlns:a="http://schemas.openxmlformats.org/drawingml/2006/main">
            <a:r>
              <a:t>            raise ValueError(</a:t>
            </a:r>
          </a:p>
          <a:p xmlns:a="http://schemas.openxmlformats.org/drawingml/2006/main">
            <a:r>
              <a:t>                "Chunk serving cannot sample observation memory at the required control cadence."</a:t>
            </a:r>
          </a:p>
          <a:p xmlns:a="http://schemas.openxmlformats.org/drawingml/2006/main">
            <a:r>
              <a:t>            )</a:t>
            </a:r>
          </a:p>
          <a:p xmlns:a="http://schemas.openxmlformats.org/drawingml/2006/main">
            <a:r>
              <a:t>[Excerpt continues in the source file.]</a:t>
            </a:r>
          </a:p>
          <a:p xmlns:a="http://schemas.openxmlformats.org/drawingml/2006/main">
            <a:r>
              <a:t/>
            </a:r>
          </a:p>
          <a:p xmlns:a="http://schemas.openxmlformats.org/drawingml/2006/main">
            <a:r>
              <a:t>src/lerobot/policies/lawam/modeling_lawam.py:221 LaWAMPolicy.chunk_inference_spec</a:t>
            </a:r>
          </a:p>
          <a:p xmlns:a="http://schemas.openxmlformats.org/drawingml/2006/main">
            <a:r>
              <a:t>    def chunk_inference_spec(self) -&gt; ChunkPolicySpec:</a:t>
            </a:r>
          </a:p>
          <a:p xmlns:a="http://schemas.openxmlformats.org/drawingml/2006/main">
            <a:r>
              <a:t>        """Serve current observations and the wrapper's already-cropped action horizon.</a:t>
            </a:r>
          </a:p>
          <a:p xmlns:a="http://schemas.openxmlformats.org/drawingml/2006/main">
            <a:r>
              <a:t/>
            </a:r>
          </a:p>
          <a:p xmlns:a="http://schemas.openxmlformats.org/drawingml/2006/main">
            <a:r>
              <a:t>        Future image indices are training targets for the LAM teacher. Inference</a:t>
            </a:r>
          </a:p>
          <a:p xmlns:a="http://schemas.openxmlformats.org/drawingml/2006/main">
            <a:r>
              <a:t>        predicts the future representation from the current images instead.</a:t>
            </a:r>
          </a:p>
          <a:p xmlns:a="http://schemas.openxmlformats.org/drawingml/2006/main">
            <a:r>
              <a:t>        """</a:t>
            </a:r>
          </a:p>
          <a:p xmlns:a="http://schemas.openxmlformats.org/drawingml/2006/main">
            <a:r>
              <a:t>        if self.config.n_obs_steps != 1:</a:t>
            </a:r>
          </a:p>
          <a:p xmlns:a="http://schemas.openxmlformats.org/drawingml/2006/main">
            <a:r>
              <a:t>            raise ValueError("LaWAM chunk serving requires n_obs_steps=1.")</a:t>
            </a:r>
          </a:p>
          <a:p xmlns:a="http://schemas.openxmlformats.org/drawingml/2006/main">
            <a:r>
              <a:t>        return ChunkPolicySpec(</a:t>
            </a:r>
          </a:p>
          <a:p xmlns:a="http://schemas.openxmlformats.org/drawingml/2006/main">
            <a:r>
              <a:t>            prediction_steps=self.config.action_horizon,</a:t>
            </a:r>
          </a:p>
          <a:p xmlns:a="http://schemas.openxmlformats.org/drawingml/2006/main">
            <a:r>
              <a:t>            execution_steps=self.config.n_action_steps,</a:t>
            </a:r>
          </a:p>
          <a:p xmlns:a="http://schemas.openxmlformats.org/drawingml/2006/main">
            <a:r>
              <a:t>        )</a:t>
            </a:r>
          </a:p>
          <a:p xmlns:a="http://schemas.openxmlformats.org/drawingml/2006/main">
            <a:r>
              <a:t/>
            </a:r>
          </a:p>
          <a:p xmlns:a="http://schemas.openxmlformats.org/drawingml/2006/main">
            <a:r>
              <a:t>src/lerobot/policies/smolvla/modeling_smolvla.py:338 SmolVLAPolicy.validate_chunk_input_features</a:t>
            </a:r>
          </a:p>
          <a:p xmlns:a="http://schemas.openxmlformats.org/drawingml/2006/main">
            <a:r>
              <a:t>    def validate_chunk_input_features(self, features: tuple[FeatureSpec, ...]) -&gt; None:</a:t>
            </a:r>
          </a:p>
          <a:p xmlns:a="http://schemas.openxmlformats.org/drawingml/2006/main">
            <a:r>
              <a:t>        """Preserve prepare_images' camera subset, resizing and padding semantics.</a:t>
            </a:r>
          </a:p>
          <a:p xmlns:a="http://schemas.openxmlformats.org/drawingml/2006/main">
            <a:r>
              <a:t/>
            </a:r>
          </a:p>
          <a:p xmlns:a="http://schemas.openxmlformats.org/drawingml/2006/main">
            <a:r>
              <a:t>        The deployment explicitly selects physical cameras. Missing visual slots</a:t>
            </a:r>
          </a:p>
          <a:p xmlns:a="http://schemas.openxmlformats.org/drawingml/2006/main">
            <a:r>
              <a:t>        remain missing; prepare_images applies the checkpoint's empty-camera limit</a:t>
            </a:r>
          </a:p>
          <a:p xmlns:a="http://schemas.openxmlformats.org/drawingml/2006/main">
            <a:r>
              <a:t>        and masks exactly as in local inference. Never synthesize unmasked cameras.</a:t>
            </a:r>
          </a:p>
          <a:p xmlns:a="http://schemas.openxmlformats.org/drawingml/2006/main">
            <a:r>
              <a:t>        """</a:t>
            </a:r>
          </a:p>
          <a:p xmlns:a="http://schemas.openxmlformats.org/drawingml/2006/main">
            <a:r>
              <a:t>        expected = self.config.input_features or {}</a:t>
            </a:r>
          </a:p>
          <a:p xmlns:a="http://schemas.openxmlformats.org/drawingml/2006/main">
            <a:r>
              <a:t>        supplied = {feature.name: feature for feature in features}</a:t>
            </a:r>
          </a:p>
          <a:p xmlns:a="http://schemas.openxmlformats.org/drawingml/2006/main">
            <a:r>
              <a:t>        required = {name for name, feature in expected.items() if feature.type != FeatureType.VISUAL}</a:t>
            </a:r>
          </a:p>
          <a:p xmlns:a="http://schemas.openxmlformats.org/drawingml/2006/main">
            <a:r>
              <a:t>        if not required &lt;= supplied.keys() or not supplied.keys() &lt;= expected.keys():</a:t>
            </a:r>
          </a:p>
          <a:p xmlns:a="http://schemas.openxmlformats.org/drawingml/2006/main">
            <a:r>
              <a:t>            raise ValueError("SmolVLA requires all nonvisual inputs and only known camera features.")</a:t>
            </a:r>
          </a:p>
          <a:p xmlns:a="http://schemas.openxmlformats.org/drawingml/2006/main">
            <a:r>
              <a:t>        if not any(expected[name].type == FeatureType.VISUAL for name in supplied):</a:t>
            </a:r>
          </a:p>
          <a:p xmlns:a="http://schemas.openxmlformats.org/drawingml/2006/main">
            <a:r>
              <a:t>            raise ValueError("SmolVLA requires at least one camera.")</a:t>
            </a:r>
          </a:p>
          <a:p xmlns:a="http://schemas.openxmlformats.org/drawingml/2006/main">
            <a:r>
              <a:t>        for name, feature in supplied.items():</a:t>
            </a:r>
          </a:p>
          <a:p xmlns:a="http://schemas.openxmlformats.org/drawingml/2006/main">
            <a:r>
              <a:t>            policy_feature = expected[name]</a:t>
            </a:r>
          </a:p>
          <a:p xmlns:a="http://schemas.openxmlformats.org/drawingml/2006/main">
            <a:r>
              <a:t>            if policy_feature.type == FeatureType.VISUAL:</a:t>
            </a:r>
          </a:p>
          <a:p xmlns:a="http://schemas.openxmlformats.org/drawingml/2006/main">
            <a:r>
              <a:t>                shape = policy_feature.shape</a:t>
            </a:r>
          </a:p>
          <a:p xmlns:a="http://schemas.openxmlformats.org/drawingml/2006/main">
            <a:r>
              <a:t>                if len(shape) != 3 or shape[0] != 3 or feature.kind != "rgb":</a:t>
            </a:r>
          </a:p>
          <a:p xmlns:a="http://schemas.openxmlformats.org/drawingml/2006/main">
            <a:r>
              <a:t>                    raise ValueError(f"SmolVLA requires RGB camera inputs: {name}.")</a:t>
            </a:r>
          </a:p>
          <a:p xmlns:a="http://schemas.openxmlformats.org/drawingml/2006/main">
            <a:r>
              <a:t>                if self.config.resize_imgs_with_padding is None and feature.shape != (</a:t>
            </a:r>
          </a:p>
          <a:p xmlns:a="http://schemas.openxmlformats.org/drawingml/2006/main">
            <a:r>
              <a:t>                    shape[1],</a:t>
            </a:r>
          </a:p>
          <a:p xmlns:a="http://schemas.openxmlformats.org/drawingml/2006/main">
            <a:r>
              <a:t>                    shape[2],</a:t>
            </a:r>
          </a:p>
          <a:p xmlns:a="http://schemas.openxmlformats.org/drawingml/2006/main">
            <a:r>
              <a:t>                    shape[0],</a:t>
            </a:r>
          </a:p>
          <a:p xmlns:a="http://schemas.openxmlformats.org/drawingml/2006/main">
            <a:r>
              <a:t>                ):</a:t>
            </a:r>
          </a:p>
          <a:p xmlns:a="http://schemas.openxmlformats.org/drawingml/2006/main">
            <a:r>
              <a:t>                    raise ValueError(f"RGB feature shape differs without policy resizing: {name}.")</a:t>
            </a:r>
          </a:p>
          <a:p xmlns:a="http://schemas.openxmlformats.org/drawingml/2006/main">
            <a:r>
              <a:t>            elif feature.kind != "tensor" or feature.shape != tuple(policy_feature.shape):</a:t>
            </a:r>
          </a:p>
          <a:p xmlns:a="http://schemas.openxmlformats.org/drawingml/2006/main">
            <a:r>
              <a:t>                raise ValueError(f"Tensor feature shape differs from checkpoint: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configured_refill_s versus effective_refill_s to see whether the measured floor dominates. Compare playback_at_submission_s with turnaround_s for margin, then inspect accepted status, usable suffix and source age.</a:t>
            </a:r>
          </a:p>
          <a:p xmlns:a="http://schemas.openxmlformats.org/drawingml/2006/main">
            <a:r>
              <a:t/>
            </a:r>
          </a:p>
          <a:p xmlns:a="http://schemas.openxmlformats.org/drawingml/2006/main">
            <a:r>
              <a:t>A result log can show low network/compute delay while append still delays first dispatch behind old playback. Alignment can reduce that wait while introducing a trajectory discontinuity. transition_delta and replacement_delta help locate the boundary, but do not independently prove the cause of a physical bump.</a:t>
            </a:r>
          </a:p>
          <a:p xmlns:a="http://schemas.openxmlformats.org/drawingml/2006/main">
            <a:r>
              <a:t/>
            </a:r>
          </a:p>
          <a:p xmlns:a="http://schemas.openxmlformats.org/drawingml/2006/main">
            <a:r>
              <a:t>When dataset recording is configured, the bounded asynchronous JSONL sidecar records request/result/dispatch provenance. Canonical values, robot-processed commands and measured scalar positions remain distinct. first_dispatch is captured at the first queue pop for a request: endpoint commitment, not confirmed hardware arrival or send. dispatch records the send path. The bounded sidecar can drop overflowing telemetry, reported at writer close. Source/video correlation needs actual timing; coarse logs alone cannot prove an exact physical cause.</a:t>
            </a:r>
          </a:p>
          <a:p xmlns:a="http://schemas.openxmlformats.org/drawingml/2006/main">
            <a:r>
              <a:t/>
            </a:r>
          </a:p>
          <a:p xmlns:a="http://schemas.openxmlformats.org/drawingml/2006/main">
            <a:r>
              <a:t>Review question: A server forward takes 100 ms. Is that the latency value used by refill?</a:t>
            </a:r>
          </a:p>
          <a:p xmlns:a="http://schemas.openxmlformats.org/drawingml/2006/main">
            <a:r>
              <a:t>Answer: No. The runtime measures complete client turnaround, including transport, server work and response handling. Its steady rolling maximum feeds the refill floor.</a:t>
            </a:r>
          </a:p>
          <a:p xmlns:a="http://schemas.openxmlformats.org/drawingml/2006/main">
            <a:r>
              <a:t/>
            </a:r>
          </a:p>
          <a:p xmlns:a="http://schemas.openxmlformats.org/drawingml/2006/main">
            <a:r>
              <a:t>Sources at c73a3f0403046f669326ca896755b00cbef415fa:</a:t>
            </a:r>
          </a:p>
          <a:p xmlns:a="http://schemas.openxmlformats.org/drawingml/2006/main">
            <a:r>
              <a:t>src/lerobot/rollout/inference/remote.py:374 — RemoteInferenceEngine._loop</a:t>
            </a:r>
          </a:p>
          <a:p xmlns:a="http://schemas.openxmlformats.org/drawingml/2006/main">
            <a:r>
              <a:t>src/lerobot/rollout/inference/remote.py:527 — RemoteInferenceEngine.record_dispatch</a:t>
            </a:r>
          </a:p>
          <a:p xmlns:a="http://schemas.openxmlformats.org/drawingml/2006/main">
            <a:r>
              <a:t>src/lerobot/inference/execution.py:445 — ChunkRuntime.pop</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src/lerobot/rollout/inference/remote.py:374 RemoteInferenceEngine._loop</a:t>
            </a:r>
          </a:p>
          <a:p xmlns:a="http://schemas.openxmlformats.org/drawingml/2006/main">
            <a:r>
              <a:t>                    capture_time=observation.capture_time,</a:t>
            </a:r>
          </a:p>
          <a:p xmlns:a="http://schemas.openxmlformats.org/drawingml/2006/main">
            <a:r>
              <a:t>                    task_version=observation.task_version,</a:t>
            </a:r>
          </a:p>
          <a:p xmlns:a="http://schemas.openxmlformats.org/drawingml/2006/main">
            <a:r>
              <a:t>                    delay=request.delay,</a:t>
            </a:r>
          </a:p>
          <a:p xmlns:a="http://schemas.openxmlformats.org/drawingml/2006/main">
            <a:r>
              <a:t>                    chunk_merge=self.config.chunk_merge,</a:t>
            </a:r>
          </a:p>
          <a:p xmlns:a="http://schemas.openxmlformats.org/drawingml/2006/main">
            <a:r>
              <a:t>                    configured_refill_s=self.runtime.refill_seconds,</a:t>
            </a:r>
          </a:p>
          <a:p xmlns:a="http://schemas.openxmlformats.org/drawingml/2006/main">
            <a:r>
              <a:t>                    effective_refill_s=self.runtime.effective_refill,</a:t>
            </a:r>
          </a:p>
          <a:p xmlns:a="http://schemas.openxmlformats.org/drawingml/2006/main">
            <a:r>
              <a:t>                    scheduling="playback_threshold",</a:t>
            </a:r>
          </a:p>
          <a:p xmlns:a="http://schemas.openxmlformats.org/drawingml/2006/main">
            <a:r>
              <a:t>                    request_spacing_s=request_spacing,</a:t>
            </a:r>
          </a:p>
          <a:p xmlns:a="http://schemas.openxmlformats.org/drawingml/2006/main">
            <a:r>
              <a:t>                    committed_actions_since_request=committed_since_request,</a:t>
            </a:r>
          </a:p>
          <a:p xmlns:a="http://schemas.openxmlformats.org/drawingml/2006/main">
            <a:r>
              <a:t>                    task_changed_since_request=task_changed,</a:t>
            </a:r>
          </a:p>
          <a:p xmlns:a="http://schemas.openxmlformats.org/drawingml/2006/main">
            <a:r>
              <a:t>                    recent_turnaround_s=self.runtime.turnaround,</a:t>
            </a:r>
          </a:p>
          <a:p xmlns:a="http://schemas.openxmlformats.org/drawingml/2006/main">
            <a:r>
              <a:t>                    playback_at_submission_s=request.playback_at_submission,</a:t>
            </a:r>
          </a:p>
          <a:p xmlns:a="http://schemas.openxmlformats.org/drawingml/2006/main">
            <a:r>
              <a:t>                    observation_age_at_submission_s=request.submitted_at - observation.capture_time,</a:t>
            </a:r>
          </a:p>
          <a:p xmlns:a="http://schemas.openxmlformats.org/drawingml/2006/main">
            <a:r>
              <a:t>                    observation_cursor=observation.action_cursor,</a:t>
            </a:r>
          </a:p>
          <a:p xmlns:a="http://schemas.openxmlformats.org/drawingml/2006/main">
            <a:r>
              <a:t>                    submission_cursor=request.continuation.cursor,</a:t>
            </a:r>
          </a:p>
          <a:p xmlns:a="http://schemas.openxmlformats.org/drawingml/2006/main">
            <a:r>
              <a:t>                )</a:t>
            </a:r>
          </a:p>
          <a:p xmlns:a="http://schemas.openxmlformats.org/drawingml/2006/main">
            <a:r>
              <a:t>                self._last_request = (</a:t>
            </a:r>
          </a:p>
          <a:p xmlns:a="http://schemas.openxmlformats.org/drawingml/2006/main">
            <a:r>
              <a:t>                    request.generation,</a:t>
            </a:r>
          </a:p>
          <a:p xmlns:a="http://schemas.openxmlformats.org/drawingml/2006/main">
            <a:r>
              <a:t>                    request.submitted_at,</a:t>
            </a:r>
          </a:p>
          <a:p xmlns:a="http://schemas.openxmlformats.org/drawingml/2006/main">
            <a:r>
              <a:t>                    request.continuation.cursor,</a:t>
            </a:r>
          </a:p>
          <a:p xmlns:a="http://schemas.openxmlformats.org/drawingml/2006/main">
            <a:r>
              <a:t>                    observation.task_version,</a:t>
            </a:r>
          </a:p>
          <a:p xmlns:a="http://schemas.openxmlformats.org/drawingml/2006/main">
            <a:r>
              <a:t>                )</a:t>
            </a:r>
          </a:p>
          <a:p xmlns:a="http://schemas.openxmlformats.org/drawingml/2006/main">
            <a:r>
              <a:t>                try:</a:t>
            </a:r>
          </a:p>
          <a:p xmlns:a="http://schemas.openxmlformats.org/drawingml/2006/main">
            <a:r>
              <a:t>                    request_generation = request.generation</a:t>
            </a:r>
          </a:p>
          <a:p xmlns:a="http://schemas.openxmlformats.org/drawingml/2006/main">
            <a:r>
              <a:t/>
            </a:r>
          </a:p>
          <a:p xmlns:a="http://schemas.openxmlformats.org/drawingml/2006/main">
            <a:r>
              <a:t>                    def request_cancelled(request_generation: int = request_generation) -&gt; bool:</a:t>
            </a:r>
          </a:p>
          <a:p xmlns:a="http://schemas.openxmlformats.org/drawingml/2006/main">
            <a:r>
              <a:t>                        return self._stop_event.is_set() or self.runtime.generation != request_generation</a:t>
            </a:r>
          </a:p>
          <a:p xmlns:a="http://schemas.openxmlformats.org/drawingml/2006/main">
            <a:r>
              <a:t/>
            </a:r>
          </a:p>
          <a:p xmlns:a="http://schemas.openxmlformats.org/drawingml/2006/main">
            <a:r>
              <a:t>                    result = self.client.infer(</a:t>
            </a:r>
          </a:p>
          <a:p xmlns:a="http://schemas.openxmlformats.org/drawingml/2006/main">
            <a:r>
              <a:t>                        request,</a:t>
            </a:r>
          </a:p>
          <a:p xmlns:a="http://schemas.openxmlformats.org/drawingml/2006/main">
            <a:r>
              <a:t>                        cancelled=request_cancelled,</a:t>
            </a:r>
          </a:p>
          <a:p xmlns:a="http://schemas.openxmlformats.org/drawingml/2006/main">
            <a:r>
              <a:t>                    )</a:t>
            </a:r>
          </a:p>
          <a:p xmlns:a="http://schemas.openxmlformats.org/drawingml/2006/main">
            <a:r>
              <a:t>[Excerpt continues in the source file.]</a:t>
            </a:r>
          </a:p>
          <a:p xmlns:a="http://schemas.openxmlformats.org/drawingml/2006/main">
            <a:r>
              <a:t/>
            </a:r>
          </a:p>
          <a:p xmlns:a="http://schemas.openxmlformats.org/drawingml/2006/main">
            <a:r>
              <a:t>src/lerobot/rollout/inference/remote.py:527 RemoteInferenceEngine.record_dispatch</a:t>
            </a:r>
          </a:p>
          <a:p xmlns:a="http://schemas.openxmlformats.org/drawingml/2006/main">
            <a:r>
              <a:t>    def record_dispatch(self, canonical: dict, command: dict, measured: dict) -&gt; None:</a:t>
            </a:r>
          </a:p>
          <a:p xmlns:a="http://schemas.openxmlformats.org/drawingml/2006/main">
            <a:r>
              <a:t>        super().record_dispatch(canonical, command, measured)</a:t>
            </a:r>
          </a:p>
          <a:p xmlns:a="http://schemas.openxmlformats.org/drawingml/2006/main">
            <a:r>
              <a:t>        provenance = self.runtime.current</a:t>
            </a:r>
          </a:p>
          <a:p xmlns:a="http://schemas.openxmlformats.org/drawingml/2006/main">
            <a:r>
              <a:t>        if provenance is None:</a:t>
            </a:r>
          </a:p>
          <a:p xmlns:a="http://schemas.openxmlformats.org/drawingml/2006/main">
            <a:r>
              <a:t>            return</a:t>
            </a:r>
          </a:p>
          <a:p xmlns:a="http://schemas.openxmlformats.org/drawingml/2006/main">
            <a:r>
              <a:t>        scalar_state = {</a:t>
            </a:r>
          </a:p>
          <a:p xmlns:a="http://schemas.openxmlformats.org/drawingml/2006/main">
            <a:r>
              <a:t>            key: float(value)</a:t>
            </a:r>
          </a:p>
          <a:p xmlns:a="http://schemas.openxmlformats.org/drawingml/2006/main">
            <a:r>
              <a:t>            for key, value in measured.items()</a:t>
            </a:r>
          </a:p>
          <a:p xmlns:a="http://schemas.openxmlformats.org/drawingml/2006/main">
            <a:r>
              <a:t>            if isinstance(value, (float, int, np.number)) and np.isfinite(value)</a:t>
            </a:r>
          </a:p>
          <a:p xmlns:a="http://schemas.openxmlformats.org/drawingml/2006/main">
            <a:r>
              <a:t>        }</a:t>
            </a:r>
          </a:p>
          <a:p xmlns:a="http://schemas.openxmlformats.org/drawingml/2006/main">
            <a:r>
              <a:t>        self._event(</a:t>
            </a:r>
          </a:p>
          <a:p xmlns:a="http://schemas.openxmlformats.org/drawingml/2006/main">
            <a:r>
              <a:t>            "dispatch",</a:t>
            </a:r>
          </a:p>
          <a:p xmlns:a="http://schemas.openxmlformats.org/drawingml/2006/main">
            <a:r>
              <a:t>            provenance=asdict(provenance),</a:t>
            </a:r>
          </a:p>
          <a:p xmlns:a="http://schemas.openxmlformats.org/drawingml/2006/main">
            <a:r>
              <a:t>            canonical=canonical,</a:t>
            </a:r>
          </a:p>
          <a:p xmlns:a="http://schemas.openxmlformats.org/drawingml/2006/main">
            <a:r>
              <a:t>            command=command,</a:t>
            </a:r>
          </a:p>
          <a:p xmlns:a="http://schemas.openxmlformats.org/drawingml/2006/main">
            <a:r>
              <a:t>            measured=scalar_state,</a:t>
            </a:r>
          </a:p>
          <a:p xmlns:a="http://schemas.openxmlformats.org/drawingml/2006/main">
            <a:r>
              <a:t>            source_age_s=time.monotonic() - provenance.capture_time,</a:t>
            </a:r>
          </a:p>
          <a:p xmlns:a="http://schemas.openxmlformats.org/drawingml/2006/main">
            <a:r>
              <a:t>        )</a:t>
            </a:r>
          </a:p>
          <a:p xmlns:a="http://schemas.openxmlformats.org/drawingml/2006/main">
            <a:r>
              <a:t/>
            </a:r>
          </a:p>
          <a:p xmlns:a="http://schemas.openxmlformats.org/drawingml/2006/main">
            <a:r>
              <a:t>src/lerobot/inference/execution.py:445 ChunkRuntime.pop</a:t>
            </a:r>
          </a:p>
          <a:p xmlns:a="http://schemas.openxmlformats.org/drawingml/2006/main">
            <a:r>
              <a:t>    def pop(self, *, control_tick: int | None = None) -&gt; tuple[torch.Tensor, ActionProvenance] | None:</a:t>
            </a:r>
          </a:p>
          <a:p xmlns:a="http://schemas.openxmlformats.org/drawingml/2006/main">
            <a:r>
              <a:t>        """Commit an endpoint to interpolation; its provenance remains age-checked."""</a:t>
            </a:r>
          </a:p>
          <a:p xmlns:a="http://schemas.openxmlformats.org/drawingml/2006/main">
            <a:r>
              <a:t>        with self.lock:</a:t>
            </a:r>
          </a:p>
          <a:p xmlns:a="http://schemas.openxmlformats.org/drawingml/2006/main">
            <a:r>
              <a:t>            if not self.dispatch_allowed():</a:t>
            </a:r>
          </a:p>
          <a:p xmlns:a="http://schemas.openxmlformats.org/drawingml/2006/main">
            <a:r>
              <a:t>                return None</a:t>
            </a:r>
          </a:p>
          <a:p xmlns:a="http://schemas.openxmlformats.org/drawingml/2006/main">
            <a:r>
              <a:t>            item = self.queue.get_with_provenance()</a:t>
            </a:r>
          </a:p>
          <a:p xmlns:a="http://schemas.openxmlformats.org/drawingml/2006/main">
            <a:r>
              <a:t>            if item is None:</a:t>
            </a:r>
          </a:p>
          <a:p xmlns:a="http://schemas.openxmlformats.org/drawingml/2006/main">
            <a:r>
              <a:t>                if self.has_executed:</a:t>
            </a:r>
          </a:p>
          <a:p xmlns:a="http://schemas.openxmlformats.org/drawingml/2006/main">
            <a:r>
              <a:t>                    self.fault("Active motion buffer exhausted")</a:t>
            </a:r>
          </a:p>
          <a:p xmlns:a="http://schemas.openxmlformats.org/drawingml/2006/main">
            <a:r>
              <a:t>                return None</a:t>
            </a:r>
          </a:p>
          <a:p xmlns:a="http://schemas.openxmlformats.org/drawingml/2006/main">
            <a:r>
              <a:t>            action, _, provenance = item</a:t>
            </a:r>
          </a:p>
          <a:p xmlns:a="http://schemas.openxmlformats.org/drawingml/2006/main">
            <a:r>
              <a:t>            if provenance is None:</a:t>
            </a:r>
          </a:p>
          <a:p xmlns:a="http://schemas.openxmlformats.org/drawingml/2006/main">
            <a:r>
              <a:t>                self.fault("Action lacks request provenance")</a:t>
            </a:r>
          </a:p>
          <a:p xmlns:a="http://schemas.openxmlformats.org/drawingml/2006/main">
            <a:r>
              <a:t>                return None</a:t>
            </a:r>
          </a:p>
          <a:p xmlns:a="http://schemas.openxmlformats.org/drawingml/2006/main">
            <a:r>
              <a:t>            self.current = provenance</a:t>
            </a:r>
          </a:p>
          <a:p xmlns:a="http://schemas.openxmlformats.org/drawingml/2006/main">
            <a:r>
              <a:t>            self.has_executed = True</a:t>
            </a:r>
          </a:p>
          <a:p xmlns:a="http://schemas.openxmlformats.org/drawingml/2006/main">
            <a:r>
              <a:t>            if not self.dispatch_allowed():</a:t>
            </a:r>
          </a:p>
          <a:p xmlns:a="http://schemas.openxmlformats.org/drawingml/2006/main">
            <a:r>
              <a:t>                return None</a:t>
            </a:r>
          </a:p>
          <a:p xmlns:a="http://schemas.openxmlformats.org/drawingml/2006/main">
            <a:r>
              <a:t>            if provenance.request_id != self._last_dispatch_request:</a:t>
            </a:r>
          </a:p>
          <a:p xmlns:a="http://schemas.openxmlformats.org/drawingml/2006/main">
            <a:r>
              <a:t>                self._last_dispatch_request = provenance.request_id</a:t>
            </a:r>
          </a:p>
          <a:p xmlns:a="http://schemas.openxmlformats.org/drawingml/2006/main">
            <a:r>
              <a:t>                self.dispatch_events.append(</a:t>
            </a:r>
          </a:p>
          <a:p xmlns:a="http://schemas.openxmlformats.org/drawingml/2006/main">
            <a:r>
              <a:t>                    {</a:t>
            </a:r>
          </a:p>
          <a:p xmlns:a="http://schemas.openxmlformats.org/drawingml/2006/main">
            <a:r>
              <a:t>                        "time": self.clock(),</a:t>
            </a:r>
          </a:p>
          <a:p xmlns:a="http://schemas.openxmlformats.org/drawingml/2006/main">
            <a:r>
              <a:t>                        "generation": provenance.generation,</a:t>
            </a:r>
          </a:p>
          <a:p xmlns:a="http://schemas.openxmlformats.org/drawingml/2006/main">
            <a:r>
              <a:t>                        **({"control_tick": control_tick} if control_tick is not None else {}),</a:t>
            </a:r>
          </a:p>
          <a:p xmlns:a="http://schemas.openxmlformats.org/drawingml/2006/main">
            <a:r>
              <a:t>                        "request_id": provenance.request_id,</a:t>
            </a:r>
          </a:p>
          <a:p xmlns:a="http://schemas.openxmlformats.org/drawingml/2006/main">
            <a:r>
              <a:t>                        "source_age_s": self.clock() - provenance.capture_time,</a:t>
            </a:r>
          </a:p>
          <a:p xmlns:a="http://schemas.openxmlformats.org/drawingml/2006/main">
            <a:r>
              <a:t>                        "contributor_count": provenance.contributor_count,</a:t>
            </a:r>
          </a:p>
          <a:p xmlns:a="http://schemas.openxmlformats.org/drawingml/2006/main">
            <a:r>
              <a:t>                        "action_cursor": self.queue.snapshot().cursor,</a:t>
            </a:r>
          </a:p>
          <a:p xmlns:a="http://schemas.openxmlformats.org/drawingml/2006/main">
            <a:r>
              <a:t>                        "transition_delta": None</a:t>
            </a:r>
          </a:p>
          <a:p xmlns:a="http://schemas.openxmlformats.org/drawingml/2006/main">
            <a:r>
              <a:t>                        if self._last_action is None</a:t>
            </a:r>
          </a:p>
          <a:p xmlns:a="http://schemas.openxmlformats.org/drawingml/2006/main">
            <a:r>
              <a:t>                        else (action - self._last_action).tolist(),</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test_observation_anchor_accounts_for_progress_before_and_during_request: a tiny clock advance demonstrates that plain alignment uses cursor progress, including before submission. Then read the test proving refill waits without reserving an old capture.</a:t>
            </a:r>
          </a:p>
          <a:p xmlns:a="http://schemas.openxmlformats.org/drawingml/2006/main">
            <a:r>
              <a:t/>
            </a:r>
          </a:p>
          <a:p xmlns:a="http://schemas.openxmlformats.org/drawingml/2006/main">
            <a:r>
              <a:t>For lifecycle, read the blocked-reset and blocked-absence tests: they make model ownership visible by pausing a policy call. For the robot path, read the test that revokes permission during a pull and the test checking terminal shutdown order.</a:t>
            </a:r>
          </a:p>
          <a:p xmlns:a="http://schemas.openxmlformats.org/drawingml/2006/main">
            <a:r>
              <a:t/>
            </a:r>
          </a:p>
          <a:p xmlns:a="http://schemas.openxmlformats.org/drawingml/2006/main">
            <a:r>
              <a:t>The source excerpts here are documentation evidence; creating this learning guide does not imply those runtime tests were rerun today. Controlled model/robot tests do not replace a real language checkpoint or a representative WAN experiment.</a:t>
            </a:r>
          </a:p>
          <a:p xmlns:a="http://schemas.openxmlformats.org/drawingml/2006/main">
            <a:r>
              <a:t/>
            </a:r>
          </a:p>
          <a:p xmlns:a="http://schemas.openxmlformats.org/drawingml/2006/main">
            <a:r>
              <a:t>Review question: Which counterexample should fail if alignment accidentally switches to elapsed-time trimming?</a:t>
            </a:r>
          </a:p>
          <a:p xmlns:a="http://schemas.openxmlformats.org/drawingml/2006/main">
            <a:r>
              <a:t>Answer: A capture followed by multiple cursor commitments but only a tiny clock advance. The existing anchor test covers exactly that distinction.</a:t>
            </a:r>
          </a:p>
          <a:p xmlns:a="http://schemas.openxmlformats.org/drawingml/2006/main">
            <a:r>
              <a:t/>
            </a:r>
          </a:p>
          <a:p xmlns:a="http://schemas.openxmlformats.org/drawingml/2006/main">
            <a:r>
              <a:t>Sources at c73a3f0403046f669326ca896755b00cbef415fa:</a:t>
            </a:r>
          </a:p>
          <a:p xmlns:a="http://schemas.openxmlformats.org/drawingml/2006/main">
            <a:r>
              <a:t>tests/inference/test_aligned_execution.py:59 — test_observation_anchor_accounts_for_progress_before_and_during_request</a:t>
            </a:r>
          </a:p>
          <a:p xmlns:a="http://schemas.openxmlformats.org/drawingml/2006/main">
            <a:r>
              <a:t>tests/remote_inference/test_session.py:175 — test_reset_acknowledges_only_after_current_model_call_and_reset</a:t>
            </a:r>
          </a:p>
          <a:p xmlns:a="http://schemas.openxmlformats.org/drawingml/2006/main">
            <a:r>
              <a:t>tests/test_remote_rollout.py:117 — test_permission_revoked_during_pull_cannot_dispatch_returned_action</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tests/inference/test_aligned_execution.py:59 test_observation_anchor_accounts_for_progress_before_and_during_request</a:t>
            </a:r>
          </a:p>
          <a:p xmlns:a="http://schemas.openxmlformats.org/drawingml/2006/main">
            <a:r>
              <a:t>def test_observation_anchor_accounts_for_progress_before_and_during_request():</a:t>
            </a:r>
          </a:p>
          <a:p xmlns:a="http://schemas.openxmlformats.org/drawingml/2006/main">
            <a:r>
              <a:t>    rt, clock = runtime()</a:t>
            </a:r>
          </a:p>
          <a:p xmlns:a="http://schemas.openxmlformats.org/drawingml/2006/main">
            <a:r>
              <a:t>    initial(rt, clock)</a:t>
            </a:r>
          </a:p>
          <a:p xmlns:a="http://schemas.openxmlformats.org/drawingml/2006/main">
            <a:r>
              <a:t>    rt.pop()  # committed endpoint 0, still potentially interpolating toward it</a:t>
            </a:r>
          </a:p>
          <a:p xmlns:a="http://schemas.openxmlformats.org/drawingml/2006/main">
            <a:r>
              <a:t>    clock.now += 0.1</a:t>
            </a:r>
          </a:p>
          <a:p xmlns:a="http://schemas.openxmlformats.org/drawingml/2006/main">
            <a:r>
              <a:t>    source = sample(rt, clock)  # action zero assigned to endpoint 1</a:t>
            </a:r>
          </a:p>
          <a:p xmlns:a="http://schemas.openxmlformats.org/drawingml/2006/main">
            <a:r>
              <a:t>    rt.pop()  # endpoint 1 committed before request submission</a:t>
            </a:r>
          </a:p>
          <a:p xmlns:a="http://schemas.openxmlformats.org/drawingml/2006/main">
            <a:r>
              <a:t>    request = rt.begin(source)</a:t>
            </a:r>
          </a:p>
          <a:p xmlns:a="http://schemas.openxmlformats.org/drawingml/2006/main">
            <a:r>
              <a:t>    assert request.continuation.cursor == 2</a:t>
            </a:r>
          </a:p>
          <a:p xmlns:a="http://schemas.openxmlformats.org/drawingml/2006/main">
            <a:r>
              <a:t>    rt.pop()  # endpoint 2 committed during inference</a:t>
            </a:r>
          </a:p>
          <a:p xmlns:a="http://schemas.openxmlformats.org/drawingml/2006/main">
            <a:r>
              <a:t>    clock.now += 0.001  # wall-time estimate is irrelevant to aligned trimming</a:t>
            </a:r>
          </a:p>
          <a:p xmlns:a="http://schemas.openxmlformats.org/drawingml/2006/main">
            <a:r>
              <a:t>    assert rt.accept(request, result(request, 10), task_version=0)</a:t>
            </a:r>
          </a:p>
          <a:p xmlns:a="http://schemas.openxmlformats.org/drawingml/2006/main">
            <a:r>
              <a:t>    assert rt.last_accept["trimmed_actions"] == 2</a:t>
            </a:r>
          </a:p>
          <a:p xmlns:a="http://schemas.openxmlformats.org/drawingml/2006/main">
            <a:r>
              <a:t>    assert rt.queue.qsize() == 4</a:t>
            </a:r>
          </a:p>
          <a:p xmlns:a="http://schemas.openxmlformats.org/drawingml/2006/main">
            <a:r>
              <a:t>    assert rt.pop()[0].tolist() == [12, 112]</a:t>
            </a:r>
          </a:p>
          <a:p xmlns:a="http://schemas.openxmlformats.org/drawingml/2006/main">
            <a:r>
              <a:t/>
            </a:r>
          </a:p>
          <a:p xmlns:a="http://schemas.openxmlformats.org/drawingml/2006/main">
            <a:r>
              <a:t>tests/remote_inference/test_session.py:175 test_reset_acknowledges_only_after_current_model_call_and_reset</a:t>
            </a:r>
          </a:p>
          <a:p xmlns:a="http://schemas.openxmlformats.org/drawingml/2006/main">
            <a:r>
              <a:t>def test_reset_acknowledges_only_after_current_model_call_and_reset(worker):</a:t>
            </a:r>
          </a:p>
          <a:p xmlns:a="http://schemas.openxmlformats.org/drawingml/2006/main">
            <a:r>
              <a:t>    session = admit(worker)</a:t>
            </a:r>
          </a:p>
          <a:p xmlns:a="http://schemas.openxmlformats.org/drawingml/2006/main">
            <a:r>
              <a:t>    entered, release = block_predict(worker)</a:t>
            </a:r>
          </a:p>
          <a:p xmlns:a="http://schemas.openxmlformats.org/drawingml/2006/main">
            <a:r>
              <a:t>    try:</a:t>
            </a:r>
          </a:p>
          <a:p xmlns:a="http://schemas.openxmlformats.org/drawingml/2006/main">
            <a:r>
              <a:t>        action = worker.submit(action_request(worker, session))</a:t>
            </a:r>
          </a:p>
          <a:p xmlns:a="http://schemas.openxmlformats.org/drawingml/2006/main">
            <a:r>
              <a:t>        assert entered.wait(2)</a:t>
            </a:r>
          </a:p>
          <a:p xmlns:a="http://schemas.openxmlformats.org/drawingml/2006/main">
            <a:r>
              <a:t>        reset_request = control_request(worker, session, 1, "reset")</a:t>
            </a:r>
          </a:p>
          <a:p xmlns:a="http://schemas.openxmlformats.org/drawingml/2006/main">
            <a:r>
              <a:t>        reset = worker.submit(reset_request)</a:t>
            </a:r>
          </a:p>
          <a:p xmlns:a="http://schemas.openxmlformats.org/drawingml/2006/main">
            <a:r>
              <a:t>        assert worker.submit(reset_request) is reset</a:t>
            </a:r>
          </a:p>
          <a:p xmlns:a="http://schemas.openxmlformats.org/drawingml/2006/main">
            <a:r>
              <a:t>        assert not reset.done()</a:t>
            </a:r>
          </a:p>
          <a:p xmlns:a="http://schemas.openxmlformats.org/drawingml/2006/main">
            <a:r>
              <a:t>        assert worker.runner.policy.resets == 2</a:t>
            </a:r>
          </a:p>
          <a:p xmlns:a="http://schemas.openxmlformats.org/drawingml/2006/main">
            <a:r>
              <a:t>        assert_error(worker.submit(action_request(worker, session, generation=1)).result(2), ErrorCode.STALE)</a:t>
            </a:r>
          </a:p>
          <a:p xmlns:a="http://schemas.openxmlformats.org/drawingml/2006/main">
            <a:r>
              <a:t>        release.set()</a:t>
            </a:r>
          </a:p>
          <a:p xmlns:a="http://schemas.openxmlformats.org/drawingml/2006/main">
            <a:r>
              <a:t>        assert action.result(2).message_type is MessageType.ACTION</a:t>
            </a:r>
          </a:p>
          <a:p xmlns:a="http://schemas.openxmlformats.org/drawingml/2006/main">
            <a:r>
              <a:t>        assert reset.result(2).body["applied_generation"] == 1</a:t>
            </a:r>
          </a:p>
          <a:p xmlns:a="http://schemas.openxmlformats.org/drawingml/2006/main">
            <a:r>
              <a:t>        assert worker.runner.policy.resets == 3</a:t>
            </a:r>
          </a:p>
          <a:p xmlns:a="http://schemas.openxmlformats.org/drawingml/2006/main">
            <a:r>
              <a:t>        assert_error(worker.submit(action_request(worker, session)).result(2), ErrorCode.STALE)</a:t>
            </a:r>
          </a:p>
          <a:p xmlns:a="http://schemas.openxmlformats.org/drawingml/2006/main">
            <a:r>
              <a:t>        assert (</a:t>
            </a:r>
          </a:p>
          <a:p xmlns:a="http://schemas.openxmlformats.org/drawingml/2006/main">
            <a:r>
              <a:t>            worker.submit(action_request(worker, session, generation=1)).result(2).message_type</a:t>
            </a:r>
          </a:p>
          <a:p xmlns:a="http://schemas.openxmlformats.org/drawingml/2006/main">
            <a:r>
              <a:t>            is MessageType.ACTION</a:t>
            </a:r>
          </a:p>
          <a:p xmlns:a="http://schemas.openxmlformats.org/drawingml/2006/main">
            <a:r>
              <a:t>        )</a:t>
            </a:r>
          </a:p>
          <a:p xmlns:a="http://schemas.openxmlformats.org/drawingml/2006/main">
            <a:r>
              <a:t>    finally:</a:t>
            </a:r>
          </a:p>
          <a:p xmlns:a="http://schemas.openxmlformats.org/drawingml/2006/main">
            <a:r>
              <a:t>        release.set()</a:t>
            </a:r>
          </a:p>
          <a:p xmlns:a="http://schemas.openxmlformats.org/drawingml/2006/main">
            <a:r>
              <a:t/>
            </a:r>
          </a:p>
          <a:p xmlns:a="http://schemas.openxmlformats.org/drawingml/2006/main">
            <a:r>
              <a:t>tests/test_remote_rollout.py:117 test_permission_revoked_during_pull_cannot_dispatch_returned_action</a:t>
            </a:r>
          </a:p>
          <a:p xmlns:a="http://schemas.openxmlformats.org/drawingml/2006/main">
            <a:r>
              <a:t>def test_permission_revoked_during_pull_cannot_dispatch_returned_action():</a:t>
            </a:r>
          </a:p>
          <a:p xmlns:a="http://schemas.openxmlformats.org/drawingml/2006/main">
            <a:r>
              <a:t>    engine = GateEngine()</a:t>
            </a:r>
          </a:p>
          <a:p xmlns:a="http://schemas.openxmlformats.org/drawingml/2006/main">
            <a:r>
              <a:t>    engine.stop_during_pull = True</a:t>
            </a:r>
          </a:p>
          <a:p xmlns:a="http://schemas.openxmlformats.org/drawingml/2006/main">
            <a:r>
              <a:t>    ctx, robot = make_dispatch_context(engine)</a:t>
            </a:r>
          </a:p>
          <a:p xmlns:a="http://schemas.openxmlformats.org/drawingml/2006/main">
            <a:r>
              <a:t>    assert send_next_action({"joint.pos": 7.0}, {}, ctx, ActionInterpolator()) is None</a:t>
            </a:r>
          </a:p>
          <a:p xmlns:a="http://schemas.openxmlformats.org/drawingml/2006/main">
            <a:r>
              <a:t>    assert robot.sent == [{"joint.pos": 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first review session, choose plain aligned ACT and ignore optional language/RTC internals until you can trace capture → request → merge → dispatch. Keep the policy execution slice separate from the prediction horizon throughout.</a:t>
            </a:r>
          </a:p>
          <a:p xmlns:a="http://schemas.openxmlformats.org/drawingml/2006/main">
            <a:r>
              <a:t/>
            </a:r>
          </a:p>
          <a:p xmlns:a="http://schemas.openxmlformats.org/drawingml/2006/main">
            <a:r>
              <a:t>For each mutation, note the thread, lock and identity it depends on. For each cached value, ask whether its source timestamp and generation survive. For each callback, check whether it can block or mutate policy state.</a:t>
            </a:r>
          </a:p>
          <a:p xmlns:a="http://schemas.openxmlformats.org/drawingml/2006/main">
            <a:r>
              <a:t/>
            </a:r>
          </a:p>
          <a:p xmlns:a="http://schemas.openxmlformats.org/drawingml/2006/main">
            <a:r>
              <a:t>Useful review targets are concrete: acceptance racing with task changes; snapshot consistency; a result arriving after invalidation; a blended action nearing its oldest-source age bound; hardware cleanup after a terminal remote fault. Future multi-client serving, cloud packaging and MPC are not prerequisites for reviewing this implementation.</a:t>
            </a:r>
          </a:p>
          <a:p xmlns:a="http://schemas.openxmlformats.org/drawingml/2006/main">
            <a:r>
              <a:t/>
            </a:r>
          </a:p>
          <a:p xmlns:a="http://schemas.openxmlformats.org/drawingml/2006/main">
            <a:r>
              <a:t>Review question: Can you explain the guarantee behind runtime.pending is request?</a:t>
            </a:r>
          </a:p>
          <a:p xmlns:a="http://schemas.openxmlformats.org/drawingml/2006/main">
            <a:r>
              <a:t>Answer: It binds acceptance to the exact locally reserved request. A response for a canceled/replaced reservation cannot refill motion merely because some IDs or timestamps look plausible.</a:t>
            </a:r>
          </a:p>
          <a:p xmlns:a="http://schemas.openxmlformats.org/drawingml/2006/main">
            <a:r>
              <a:t/>
            </a:r>
          </a:p>
          <a:p xmlns:a="http://schemas.openxmlformats.org/drawingml/2006/main">
            <a:r>
              <a:t>Sources at c73a3f0403046f669326ca896755b00cbef415fa:</a:t>
            </a:r>
          </a:p>
          <a:p xmlns:a="http://schemas.openxmlformats.org/drawingml/2006/main">
            <a:r>
              <a:t>src/lerobot/inference/execution.py:263 — ChunkRuntime.accept</a:t>
            </a:r>
          </a:p>
          <a:p xmlns:a="http://schemas.openxmlformats.org/drawingml/2006/main">
            <a:r>
              <a:t>src/lerobot/rollout/inference/remote.py:374 — RemoteInferenceEngine._loop</a:t>
            </a:r>
          </a:p>
          <a:p xmlns:a="http://schemas.openxmlformats.org/drawingml/2006/main">
            <a:r>
              <a:t>src/lerobot/rollout/strategies/core.py:443 — send_next_action</a:t>
            </a:r>
          </a:p>
          <a:p xmlns:a="http://schemas.openxmlformats.org/drawingml/2006/main">
            <a:r>
              <a:t/>
            </a:r>
          </a:p>
          <a:p xmlns:a="http://schemas.openxmlformats.org/drawingml/2006/main">
            <a:r>
              <a:t>Source excerpts at c73a3f0403046f669326ca896755b00cbef415fa:</a:t>
            </a:r>
          </a:p>
          <a:p xmlns:a="http://schemas.openxmlformats.org/drawingml/2006/main">
            <a:r>
              <a:t/>
            </a:r>
          </a:p>
          <a:p xmlns:a="http://schemas.openxmlformats.org/drawingml/2006/main">
            <a:r>
              <a:t>src/lerobot/inference/execution.py:263 ChunkRuntime.accept</a:t>
            </a:r>
          </a:p>
          <a:p xmlns:a="http://schemas.openxmlformats.org/drawingml/2006/main">
            <a:r>
              <a:t>    def accept(self, request: ChunkRequest, chunk: ActionChunk, *, task_version: int) -&gt; bool:</a:t>
            </a:r>
          </a:p>
          <a:p xmlns:a="http://schemas.openxmlformats.org/drawingml/2006/main">
            <a:r>
              <a:t>        """Validate context and timing, then atomically merge with original provenance."""</a:t>
            </a:r>
          </a:p>
          <a:p xmlns:a="http://schemas.openxmlformats.org/drawingml/2006/main">
            <a:r>
              <a:t>        with self.lock:</a:t>
            </a:r>
          </a:p>
          <a:p xmlns:a="http://schemas.openxmlformats.org/drawingml/2006/main">
            <a:r>
              <a:t>            self.last_accept = {"accepted": False}</a:t>
            </a:r>
          </a:p>
          <a:p xmlns:a="http://schemas.openxmlformats.org/drawingml/2006/main">
            <a:r>
              <a:t>            self.check_deadlines()</a:t>
            </a:r>
          </a:p>
          <a:p xmlns:a="http://schemas.openxmlformats.org/drawingml/2006/main">
            <a:r>
              <a:t>            if self.failure or self.pending is not request or request.generation != self.generation:</a:t>
            </a:r>
          </a:p>
          <a:p xmlns:a="http://schemas.openxmlformats.org/drawingml/2006/main">
            <a:r>
              <a:t>                return False</a:t>
            </a:r>
          </a:p>
          <a:p xmlns:a="http://schemas.openxmlformats.org/drawingml/2006/main">
            <a:r>
              <a:t>            self.pending = None</a:t>
            </a:r>
          </a:p>
          <a:p xmlns:a="http://schemas.openxmlformats.org/drawingml/2006/main">
            <a:r>
              <a:t>            if request.observation.task_version != task_version:</a:t>
            </a:r>
          </a:p>
          <a:p xmlns:a="http://schemas.openxmlformats.org/drawingml/2006/main">
            <a:r>
              <a:t>                return False</a:t>
            </a:r>
          </a:p>
          <a:p xmlns:a="http://schemas.openxmlformats.org/drawingml/2006/main">
            <a:r>
              <a:t>            now = self.clock()</a:t>
            </a:r>
          </a:p>
          <a:p xmlns:a="http://schemas.openxmlformats.org/drawingml/2006/main">
            <a:r>
              <a:t>            elapsed = now - request.submitted_at</a:t>
            </a:r>
          </a:p>
          <a:p xmlns:a="http://schemas.openxmlformats.org/drawingml/2006/main">
            <a:r>
              <a:t>            self._completed += 1</a:t>
            </a:r>
          </a:p>
          <a:p xmlns:a="http://schemas.openxmlformats.org/drawingml/2006/main">
            <a:r>
              <a:t>            if self._completed &gt; 1:  # cold start is not a steady-state action latency</a:t>
            </a:r>
          </a:p>
          <a:p xmlns:a="http://schemas.openxmlformats.org/drawingml/2006/main">
            <a:r>
              <a:t>                self.turnarounds.append(elapsed)</a:t>
            </a:r>
          </a:p>
          <a:p xmlns:a="http://schemas.openxmlformats.org/drawingml/2006/main">
            <a:r>
              <a:t>            if now - request.observation.capture_time &gt; self.max_age:</a:t>
            </a:r>
          </a:p>
          <a:p xmlns:a="http://schemas.openxmlformats.org/drawingml/2006/main">
            <a:r>
              <a:t>                self.fault("Action result source observation is too old")</a:t>
            </a:r>
          </a:p>
          <a:p xmlns:a="http://schemas.openxmlformats.org/drawingml/2006/main">
            <a:r>
              <a:t>                return False</a:t>
            </a:r>
          </a:p>
          <a:p xmlns:a="http://schemas.openxmlformats.org/drawingml/2006/main">
            <a:r>
              <a:t>            actions = chunk.canonical_actions</a:t>
            </a:r>
          </a:p>
          <a:p xmlns:a="http://schemas.openxmlformats.org/drawingml/2006/main">
            <a:r>
              <a:t>            model = chunk.model_actions if chunk.model_actions is not None else actions</a:t>
            </a:r>
          </a:p>
          <a:p xmlns:a="http://schemas.openxmlformats.org/drawingml/2006/main">
            <a:r>
              <a:t>            if (</a:t>
            </a:r>
          </a:p>
          <a:p xmlns:a="http://schemas.openxmlformats.org/drawingml/2006/main">
            <a:r>
              <a:t>                actions.ndim != 2</a:t>
            </a:r>
          </a:p>
          <a:p xmlns:a="http://schemas.openxmlformats.org/drawingml/2006/main">
            <a:r>
              <a:t>                or model.ndim != 2</a:t>
            </a:r>
          </a:p>
          <a:p xmlns:a="http://schemas.openxmlformats.org/drawingml/2006/main">
            <a:r>
              <a:t>                or len(actions) != len(model)</a:t>
            </a:r>
          </a:p>
          <a:p xmlns:a="http://schemas.openxmlformats.org/drawingml/2006/main">
            <a:r>
              <a:t>                or not len(actions)</a:t>
            </a:r>
          </a:p>
          <a:p xmlns:a="http://schemas.openxmlformats.org/drawingml/2006/main">
            <a:r>
              <a:t>                or type(chunk.execution_steps) is not int</a:t>
            </a:r>
          </a:p>
          <a:p xmlns:a="http://schemas.openxmlformats.org/drawingml/2006/main">
            <a:r>
              <a:t>                or not 0 &lt; chunk.execution_steps &lt;= len(actions)</a:t>
            </a:r>
          </a:p>
          <a:p xmlns:a="http://schemas.openxmlformats.org/drawingml/2006/main">
            <a:r>
              <a:t>                or not torch.isfinite(actions).all()</a:t>
            </a:r>
          </a:p>
          <a:p xmlns:a="http://schemas.openxmlformats.org/drawingml/2006/main">
            <a:r>
              <a:t>                or not torch.isfinite(model).all()</a:t>
            </a:r>
          </a:p>
          <a:p xmlns:a="http://schemas.openxmlformats.org/drawingml/2006/main">
            <a:r>
              <a:t>            ):</a:t>
            </a:r>
          </a:p>
          <a:p xmlns:a="http://schemas.openxmlformats.org/drawingml/2006/main">
            <a:r>
              <a:t>                self.fault("Invalid action chunk")</a:t>
            </a:r>
          </a:p>
          <a:p xmlns:a="http://schemas.openxmlformats.org/drawingml/2006/main">
            <a:r>
              <a:t>                return False</a:t>
            </a:r>
          </a:p>
          <a:p xmlns:a="http://schemas.openxmlformats.org/drawingml/2006/main">
            <a:r>
              <a:t>[Excerpt continues in the source file.]</a:t>
            </a:r>
          </a:p>
          <a:p xmlns:a="http://schemas.openxmlformats.org/drawingml/2006/main">
            <a:r>
              <a:t/>
            </a:r>
          </a:p>
          <a:p xmlns:a="http://schemas.openxmlformats.org/drawingml/2006/main">
            <a:r>
              <a:t>src/lerobot/rollout/inference/remote.py:374 RemoteInferenceEngine._loop</a:t>
            </a:r>
          </a:p>
          <a:p xmlns:a="http://schemas.openxmlformats.org/drawingml/2006/main">
            <a:r>
              <a:t>                    continue</a:t>
            </a:r>
          </a:p>
          <a:p xmlns:a="http://schemas.openxmlformats.org/drawingml/2006/main">
            <a:r>
              <a:t>                # Acceptance and an operator retarget must have one order: an</a:t>
            </a:r>
          </a:p>
          <a:p xmlns:a="http://schemas.openxmlformats.org/drawingml/2006/main">
            <a:r>
              <a:t>                # old in-flight result cannot pass using a previously read version.</a:t>
            </a:r>
          </a:p>
          <a:p xmlns:a="http://schemas.openxmlformats.org/drawingml/2006/main">
            <a:r>
              <a:t>                with self._task_lock:</a:t>
            </a:r>
          </a:p>
          <a:p xmlns:a="http://schemas.openxmlformats.org/drawingml/2006/main">
            <a:r>
              <a:t>                    accepted = self.runtime.accept(request, result, task_version=self._task_version)</a:t>
            </a:r>
          </a:p>
          <a:p xmlns:a="http://schemas.openxmlformats.org/drawingml/2006/main">
            <a:r>
              <a:t>                self._warn_refill_horizon()</a:t>
            </a:r>
          </a:p>
          <a:p xmlns:a="http://schemas.openxmlformats.org/drawingml/2006/main">
            <a:r>
              <a:t>                self._event(</a:t>
            </a:r>
          </a:p>
          <a:p xmlns:a="http://schemas.openxmlformats.org/drawingml/2006/main">
            <a:r>
              <a:t>                    "result",</a:t>
            </a:r>
          </a:p>
          <a:p xmlns:a="http://schemas.openxmlformats.org/drawingml/2006/main">
            <a:r>
              <a:t>                    request_id=request.request_id,</a:t>
            </a:r>
          </a:p>
          <a:p xmlns:a="http://schemas.openxmlformats.org/drawingml/2006/main">
            <a:r>
              <a:t>                    accepted=accepted,</a:t>
            </a:r>
          </a:p>
          <a:p xmlns:a="http://schemas.openxmlformats.org/drawingml/2006/main">
            <a:r>
              <a:t>                    turnaround_s=time.monotonic() - request.submitted_at,</a:t>
            </a:r>
          </a:p>
          <a:p xmlns:a="http://schemas.openxmlformats.org/drawingml/2006/main">
            <a:r>
              <a:t>                    source_age_s=time.monotonic() - observation.capture_time,</a:t>
            </a:r>
          </a:p>
          <a:p xmlns:a="http://schemas.openxmlformats.org/drawingml/2006/main">
            <a:r>
              <a:t>                    queue_playback_s=self.runtime.queue.qsize() * self.runtime.interval,</a:t>
            </a:r>
          </a:p>
          <a:p xmlns:a="http://schemas.openxmlformats.org/drawingml/2006/main">
            <a:r>
              <a:t>                    server_durations=result.server_durations,</a:t>
            </a:r>
          </a:p>
          <a:p xmlns:a="http://schemas.openxmlformats.org/drawingml/2006/main">
            <a:r>
              <a:t>                    merge=self.runtime.last_accept.copy(),</a:t>
            </a:r>
          </a:p>
          <a:p xmlns:a="http://schemas.openxmlformats.org/drawingml/2006/main">
            <a:r>
              <a:t>                )</a:t>
            </a:r>
          </a:p>
          <a:p xmlns:a="http://schemas.openxmlformats.org/drawingml/2006/main">
            <a:r>
              <a:t>        except Exception as exc:</a:t>
            </a:r>
          </a:p>
          <a:p xmlns:a="http://schemas.openxmlformats.org/drawingml/2006/main">
            <a:r>
              <a:t>            self._traceback = traceback.format_exc()</a:t>
            </a:r>
          </a:p>
          <a:p xmlns:a="http://schemas.openxmlformats.org/drawingml/2006/main">
            <a:r>
              <a:t>            self._fault(str(exc))</a:t>
            </a:r>
          </a:p>
          <a:p xmlns:a="http://schemas.openxmlformats.org/drawingml/2006/main">
            <a:r>
              <a:t>            logger.exception("Remote inference worker fault")</a:t>
            </a:r>
          </a:p>
          <a:p xmlns:a="http://schemas.openxmlformats.org/drawingml/2006/main">
            <a:r>
              <a:t>        finally:</a:t>
            </a:r>
          </a:p>
          <a:p xmlns:a="http://schemas.openxmlformats.org/drawingml/2006/main">
            <a:r>
              <a:t>            if self.runtime.failure is not None:</a:t>
            </a:r>
          </a:p>
          <a:p xmlns:a="http://schemas.openxmlformats.org/drawingml/2006/main">
            <a:r>
              <a:t>                self._fault(self.runtime.failure)</a:t>
            </a:r>
          </a:p>
          <a:p xmlns:a="http://schemas.openxmlformats.org/drawingml/2006/main">
            <a:r>
              <a:t>            try:</a:t>
            </a:r>
          </a:p>
          <a:p xmlns:a="http://schemas.openxmlformats.org/drawingml/2006/main">
            <a:r>
              <a:t>                self.client.close()</a:t>
            </a:r>
          </a:p>
          <a:p xmlns:a="http://schemas.openxmlformats.org/drawingml/2006/main">
            <a:r>
              <a:t>            except Exception:</a:t>
            </a:r>
          </a:p>
          <a:p xmlns:a="http://schemas.openxmlformats.org/drawingml/2006/main">
            <a:r>
              <a:t>                logger.exception("Remote session close failed; presence/idle cleanup will release it")</a:t>
            </a:r>
          </a:p>
          <a:p xmlns:a="http://schemas.openxmlformats.org/drawingml/2006/main">
            <a:r>
              <a:t/>
            </a:r>
          </a:p>
          <a:p xmlns:a="http://schemas.openxmlformats.org/drawingml/2006/main">
            <a:r>
              <a:t>src/lerobot/rollout/strategies/core.py:443 send_next_action</a:t>
            </a:r>
          </a:p>
          <a:p xmlns:a="http://schemas.openxmlformats.org/drawingml/2006/main">
            <a:r>
              <a:t>def send_next_action(</a:t>
            </a:r>
          </a:p>
          <a:p xmlns:a="http://schemas.openxmlformats.org/drawingml/2006/main">
            <a:r>
              <a:t>    obs_processed: dict,</a:t>
            </a:r>
          </a:p>
          <a:p xmlns:a="http://schemas.openxmlformats.org/drawingml/2006/main">
            <a:r>
              <a:t>    obs_raw: dict,</a:t>
            </a:r>
          </a:p>
          <a:p xmlns:a="http://schemas.openxmlformats.org/drawingml/2006/main">
            <a:r>
              <a:t>    ctx: RolloutContext,</a:t>
            </a:r>
          </a:p>
          <a:p xmlns:a="http://schemas.openxmlformats.org/drawingml/2006/main">
            <a:r>
              <a:t>    interpolator: ActionInterpolator,</a:t>
            </a:r>
          </a:p>
          <a:p xmlns:a="http://schemas.openxmlformats.org/drawingml/2006/main">
            <a:r>
              <a:t>    timer: CycleTimer | None = None,</a:t>
            </a:r>
          </a:p>
          <a:p xmlns:a="http://schemas.openxmlformats.org/drawingml/2006/main">
            <a:r>
              <a:t>) -&gt; dict | None:</a:t>
            </a:r>
          </a:p>
          <a:p xmlns:a="http://schemas.openxmlformats.org/drawingml/2006/main">
            <a:r>
              <a:t>    """Dispatch the next action to the robot.</a:t>
            </a:r>
          </a:p>
          <a:p xmlns:a="http://schemas.openxmlformats.org/drawingml/2006/main">
            <a:r>
              <a:t/>
            </a:r>
          </a:p>
          <a:p xmlns:a="http://schemas.openxmlformats.org/drawingml/2006/main">
            <a:r>
              <a:t>    Pulls the next action tensor from the inference engine, feeds the</a:t>
            </a:r>
          </a:p>
          <a:p xmlns:a="http://schemas.openxmlformats.org/drawingml/2006/main">
            <a:r>
              <a:t>    interpolator, and sends the interpolated action through the</a:t>
            </a:r>
          </a:p>
          <a:p xmlns:a="http://schemas.openxmlformats.org/drawingml/2006/main">
            <a:r>
              <a:t>    ``robot_action_processor`` to the robot.  Works identically for</a:t>
            </a:r>
          </a:p>
          <a:p xmlns:a="http://schemas.openxmlformats.org/drawingml/2006/main">
            <a:r>
              <a:t>    sync and async backends — the rollout strategy never needs to branch.</a:t>
            </a:r>
          </a:p>
          <a:p xmlns:a="http://schemas.openxmlformats.org/drawingml/2006/main">
            <a:r>
              <a:t/>
            </a:r>
          </a:p>
          <a:p xmlns:a="http://schemas.openxmlformats.org/drawingml/2006/main">
            <a:r>
              <a:t>    When *timer* is given, the engine pull and the robot send are timed as the</a:t>
            </a:r>
          </a:p>
          <a:p xmlns:a="http://schemas.openxmlformats.org/drawingml/2006/main">
            <a:r>
              <a:t>    ``infer`` and ``send`` steps of its cadence summary, and a tick with no action</a:t>
            </a:r>
          </a:p>
          <a:p xmlns:a="http://schemas.openxmlformats.org/drawingml/2006/main">
            <a:r>
              <a:t>    to send is counted there.  Note that on async backends ``infer`` is only a</a:t>
            </a:r>
          </a:p>
          <a:p xmlns:a="http://schemas.openxmlformats.org/drawingml/2006/main">
            <a:r>
              <a:t>    queue pull — inference runs off-thread, so its latency surfaces as starved</a:t>
            </a:r>
          </a:p>
          <a:p xmlns:a="http://schemas.openxmlformats.org/drawingml/2006/main">
            <a:r>
              <a:t>    ticks rather than as loop-body time.</a:t>
            </a:r>
          </a:p>
          <a:p xmlns:a="http://schemas.openxmlformats.org/drawingml/2006/main">
            <a:r>
              <a:t/>
            </a:r>
          </a:p>
          <a:p xmlns:a="http://schemas.openxmlformats.org/drawingml/2006/main">
            <a:r>
              <a:t>    Returns the action dict that was sent, or ``None`` if no action was</a:t>
            </a:r>
          </a:p>
          <a:p xmlns:a="http://schemas.openxmlformats.org/drawingml/2006/main">
            <a:r>
              <a:t>    ready (e.g. empty async queue, interpolator not yet primed).</a:t>
            </a:r>
          </a:p>
          <a:p xmlns:a="http://schemas.openxmlformats.org/drawingml/2006/main">
            <a:r>
              <a:t>    """</a:t>
            </a:r>
          </a:p>
          <a:p xmlns:a="http://schemas.openxmlformats.org/drawingml/2006/main">
            <a:r>
              <a:t>    engine = ctx.policy.inference</a:t>
            </a:r>
          </a:p>
          <a:p xmlns:a="http://schemas.openxmlformats.org/drawingml/2006/main">
            <a:r>
              <a:t>    engine.begin_control_tick()</a:t>
            </a:r>
          </a:p>
          <a:p xmlns:a="http://schemas.openxmlformats.org/drawingml/2006/main">
            <a:r>
              <a:t>    features = ctx.data.dataset_features</a:t>
            </a:r>
          </a:p>
          <a:p xmlns:a="http://schemas.openxmlformats.org/drawingml/2006/main">
            <a:r>
              <a:t>    ordered_keys = ctx.data.ordered_action_keys</a:t>
            </a:r>
          </a:p>
          <a:p xmlns:a="http://schemas.openxmlformats.org/drawingml/2006/main">
            <a:r>
              <a:t>    # ``nullcontext`` accepts (and ignores) the section name, so it stands in for</a:t>
            </a:r>
          </a:p>
          <a:p xmlns:a="http://schemas.openxmlformats.org/drawingml/2006/main">
            <a:r>
              <a:t>    # ``timer.section`` verbatim when no timer was passed.</a:t>
            </a:r>
          </a:p>
          <a:p xmlns:a="http://schemas.openxmlformats.org/drawingml/2006/main">
            <a:r>
              <a:t>    section = timer.section if timer is not None else contextlib.nullcontext</a:t>
            </a:r>
          </a:p>
          <a:p xmlns:a="http://schemas.openxmlformats.org/drawingml/2006/main">
            <a:r>
              <a:t/>
            </a:r>
          </a:p>
          <a:p xmlns:a="http://schemas.openxmlformats.org/drawingml/2006/main">
            <a:r>
              <a:t>    def dispatch_permitted() -&gt; bool:</a:t>
            </a:r>
          </a:p>
          <a:p xmlns:a="http://schemas.openxmlformats.org/drawingml/2006/main">
            <a:r>
              <a:t>[Excerpt continues in the 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d731b520f544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3f64cddcd942aa" /><Relationship Type="http://schemas.openxmlformats.org/officeDocument/2006/relationships/slideLayout" Target="/ppt/slideLayouts/slideLayout1.xml" Id="R20d767b742f941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767b742f941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50717f2d9a4d62" /><Relationship Type="http://schemas.openxmlformats.org/officeDocument/2006/relationships/notesSlide" Target="/ppt/notesSlides/notesSlide1.xml" Id="R289180759cd148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0e79a899f44c0c" /><Relationship Type="http://schemas.openxmlformats.org/officeDocument/2006/relationships/notesSlide" Target="/ppt/notesSlides/notesSlide2.xml" Id="R7c39d9c3b7e94d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ce5b90e243495a" /><Relationship Type="http://schemas.openxmlformats.org/officeDocument/2006/relationships/notesSlide" Target="/ppt/notesSlides/notesSlide3.xml" Id="Rf6589d28d38a42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ce17d79a3741fc" /><Relationship Type="http://schemas.openxmlformats.org/officeDocument/2006/relationships/notesSlide" Target="/ppt/notesSlides/notesSlide4.xml" Id="R6cc1a652d3f1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3e0889c184b4e" /><Relationship Type="http://schemas.openxmlformats.org/officeDocument/2006/relationships/notesSlide" Target="/ppt/notesSlides/notesSlide5.xml" Id="Red705acf321048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37b0561188436a" /><Relationship Type="http://schemas.openxmlformats.org/officeDocument/2006/relationships/notesSlide" Target="/ppt/notesSlides/notesSlide6.xml" Id="Rce91da11ffd54b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caf00077604d68" /><Relationship Type="http://schemas.openxmlformats.org/officeDocument/2006/relationships/notesSlide" Target="/ppt/notesSlides/notesSlide7.xml" Id="R3b5a2b120cf240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40e3961b494ffc" /><Relationship Type="http://schemas.openxmlformats.org/officeDocument/2006/relationships/notesSlide" Target="/ppt/notesSlides/notesSlide8.xml" Id="R912af710f7214a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3c4677a03f44a7" /><Relationship Type="http://schemas.openxmlformats.org/officeDocument/2006/relationships/notesSlide" Target="/ppt/notesSlides/notesSlide9.xml" Id="Rd2d2ead5911d44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11b3c883f8437b" /><Relationship Type="http://schemas.openxmlformats.org/officeDocument/2006/relationships/notesSlide" Target="/ppt/notesSlides/notesSlide10.xml" Id="Ra0680fa8a11a45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c8c50aa4d549c1" /><Relationship Type="http://schemas.openxmlformats.org/officeDocument/2006/relationships/notesSlide" Target="/ppt/notesSlides/notesSlide11.xml" Id="R22f2530729f842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38140f98e2461a" /><Relationship Type="http://schemas.openxmlformats.org/officeDocument/2006/relationships/notesSlide" Target="/ppt/notesSlides/notesSlide12.xml" Id="R8eafcbaf341c43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721fa7b7124183" /><Relationship Type="http://schemas.openxmlformats.org/officeDocument/2006/relationships/notesSlide" Target="/ppt/notesSlides/notesSlide13.xml" Id="Ra3a69a041e004a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fc7dd787364340" /><Relationship Type="http://schemas.openxmlformats.org/officeDocument/2006/relationships/notesSlide" Target="/ppt/notesSlides/notesSlide14.xml" Id="R52123da5d61b49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473284c0744210" /><Relationship Type="http://schemas.openxmlformats.org/officeDocument/2006/relationships/notesSlide" Target="/ppt/notesSlides/notesSlide15.xml" Id="R3ec990a7b1a14e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167a65a98240c3" /><Relationship Type="http://schemas.openxmlformats.org/officeDocument/2006/relationships/notesSlide" Target="/ppt/notesSlides/notesSlide16.xml" Id="R348db1571e3a42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2e6b37a75f439a" /><Relationship Type="http://schemas.openxmlformats.org/officeDocument/2006/relationships/notesSlide" Target="/ppt/notesSlides/notesSlide17.xml" Id="R255629a29a1048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d6b217818334ab7" /><Relationship Type="http://schemas.openxmlformats.org/officeDocument/2006/relationships/notesSlide" Target="/ppt/notesSlides/notesSlide18.xml" Id="R641a3b583cf44e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6d69fcc86e4cbf" /><Relationship Type="http://schemas.openxmlformats.org/officeDocument/2006/relationships/notesSlide" Target="/ppt/notesSlides/notesSlide19.xml" Id="Rd010db8133be42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0d262a99579402b" /><Relationship Type="http://schemas.openxmlformats.org/officeDocument/2006/relationships/notesSlide" Target="/ppt/notesSlides/notesSlide20.xml" Id="R9d45ddcffab045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c157031eb54f93" /><Relationship Type="http://schemas.openxmlformats.org/officeDocument/2006/relationships/notesSlide" Target="/ppt/notesSlides/notesSlide21.xml" Id="Rb3bc70a3cc9549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38ecfab59314cf2" /><Relationship Type="http://schemas.openxmlformats.org/officeDocument/2006/relationships/notesSlide" Target="/ppt/notesSlides/notesSlide22.xml" Id="Ra83affefbce542d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83cd14a9f9247e8" /><Relationship Type="http://schemas.openxmlformats.org/officeDocument/2006/relationships/notesSlide" Target="/ppt/notesSlides/notesSlide23.xml" Id="R9566890e04a040a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1f9d7fea7c74eff" /><Relationship Type="http://schemas.openxmlformats.org/officeDocument/2006/relationships/notesSlide" Target="/ppt/notesSlides/notesSlide24.xml" Id="Raa7ee1328f22497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2046caa67094c5c" /><Relationship Type="http://schemas.openxmlformats.org/officeDocument/2006/relationships/notesSlide" Target="/ppt/notesSlides/notesSlide25.xml" Id="R4813bc28ba9940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4df58b2fe84de9" /><Relationship Type="http://schemas.openxmlformats.org/officeDocument/2006/relationships/notesSlide" Target="/ppt/notesSlides/notesSlide26.xml" Id="R95519478ff454ba2" /></Relationships>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5" name="text-1-1">
            <a:extLst xmlns:a="http://schemas.openxmlformats.org/drawingml/2006/main">
              <a:ext uri="{FF2B5EF4-FFF2-40B4-BE49-F238E27FC236}">
                <a16:creationId xmlns:a16="http://schemas.microsoft.com/office/drawing/2014/main" id="{D6C65C0E-9646-4FF5-992D-9B39FC1A93B5}"/>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1 · MAP THE SYSTEM</a:t>
            </a:r>
          </a:p>
        </p:txBody>
      </p:sp>
      <p:sp>
        <p:nvSpPr>
          <p:cNvPr id="2" name="text-1-2">
            <a:extLst xmlns:a="http://schemas.openxmlformats.org/drawingml/2006/main">
              <a:ext uri="{FF2B5EF4-FFF2-40B4-BE49-F238E27FC236}">
                <a16:creationId xmlns:a16="http://schemas.microsoft.com/office/drawing/2014/main" id="{AE8EBC87-A4BD-47DC-A81B-8B2865A09C70}"/>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Async remote inference: the code</a:t>
            </a:r>
          </a:p>
        </p:txBody>
      </p:sp>
      <p:sp>
        <p:nvSpPr>
          <p:cNvPr id="3" name="text-1-3">
            <a:extLst xmlns:a="http://schemas.openxmlformats.org/drawingml/2006/main">
              <a:ext uri="{FF2B5EF4-FFF2-40B4-BE49-F238E27FC236}">
                <a16:creationId xmlns:a16="http://schemas.microsoft.com/office/drawing/2014/main" id="{4EEC61D9-6F3D-42EF-B1BA-B65702C96EA9}"/>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A guided route from your hardware intuition to a code review.</a:t>
            </a:r>
          </a:p>
        </p:txBody>
      </p:sp>
      <p:sp>
        <p:nvSpPr>
          <p:cNvPr id="4" name="text-1-4">
            <a:extLst xmlns:a="http://schemas.openxmlformats.org/drawingml/2006/main">
              <a:ext uri="{FF2B5EF4-FFF2-40B4-BE49-F238E27FC236}">
                <a16:creationId xmlns:a16="http://schemas.microsoft.com/office/drawing/2014/main" id="{06578D0C-7FCF-4E8E-924A-104E26052BE9}"/>
              </a:ext>
            </a:extLst>
          </p:cNvPr>
          <p:cNvSpPr>
            <a:spLocks xmlns:a="http://schemas.openxmlformats.org/drawingml/2006/main" noGrp="1"/>
          </p:cNvSpPr>
          <p:nvPr/>
        </p:nvSpPr>
        <p:spPr>
          <a:xfrm xmlns:a="http://schemas.openxmlformats.org/drawingml/2006/main">
            <a:off x="6096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01</a:t>
            </a:r>
          </a:p>
        </p:txBody>
      </p:sp>
      <p:sp>
        <p:nvSpPr>
          <p:cNvPr id="5" name="text-1-5">
            <a:extLst xmlns:a="http://schemas.openxmlformats.org/drawingml/2006/main">
              <a:ext uri="{FF2B5EF4-FFF2-40B4-BE49-F238E27FC236}">
                <a16:creationId xmlns:a16="http://schemas.microsoft.com/office/drawing/2014/main" id="{39EFA183-3EC1-4D38-A86C-ED5B6C883F92}"/>
              </a:ext>
            </a:extLst>
          </p:cNvPr>
          <p:cNvSpPr>
            <a:spLocks xmlns:a="http://schemas.openxmlformats.org/drawingml/2006/main" noGrp="1"/>
          </p:cNvSpPr>
          <p:nvPr/>
        </p:nvSpPr>
        <p:spPr>
          <a:xfrm xmlns:a="http://schemas.openxmlformats.org/drawingml/2006/main">
            <a:off x="6096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Map ownership</a:t>
            </a:r>
          </a:p>
        </p:txBody>
      </p:sp>
      <p:sp>
        <p:nvSpPr>
          <p:cNvPr id="6" name="text-1-6">
            <a:extLst xmlns:a="http://schemas.openxmlformats.org/drawingml/2006/main">
              <a:ext uri="{FF2B5EF4-FFF2-40B4-BE49-F238E27FC236}">
                <a16:creationId xmlns:a16="http://schemas.microsoft.com/office/drawing/2014/main" id="{FA32F4C1-730C-4D0C-8735-ED4F59AE230A}"/>
              </a:ext>
            </a:extLst>
          </p:cNvPr>
          <p:cNvSpPr>
            <a:spLocks xmlns:a="http://schemas.openxmlformats.org/drawingml/2006/main" noGrp="1"/>
          </p:cNvSpPr>
          <p:nvPr/>
        </p:nvSpPr>
        <p:spPr>
          <a:xfrm xmlns:a="http://schemas.openxmlformats.org/drawingml/2006/main">
            <a:off x="609600" y="3641217"/>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Who can change</a:t>
            </a:r>
          </a:p>
        </p:txBody>
      </p:sp>
      <p:sp>
        <p:nvSpPr>
          <p:cNvPr id="7" name="text-1-7">
            <a:extLst xmlns:a="http://schemas.openxmlformats.org/drawingml/2006/main">
              <a:ext uri="{FF2B5EF4-FFF2-40B4-BE49-F238E27FC236}">
                <a16:creationId xmlns:a16="http://schemas.microsoft.com/office/drawing/2014/main" id="{EEC5F782-87D1-4AFA-BF10-9D2D1B17BBF1}"/>
              </a:ext>
            </a:extLst>
          </p:cNvPr>
          <p:cNvSpPr>
            <a:spLocks xmlns:a="http://schemas.openxmlformats.org/drawingml/2006/main" noGrp="1"/>
          </p:cNvSpPr>
          <p:nvPr/>
        </p:nvSpPr>
        <p:spPr>
          <a:xfrm xmlns:a="http://schemas.openxmlformats.org/drawingml/2006/main">
            <a:off x="609600" y="3929253"/>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which state?</a:t>
            </a:r>
          </a:p>
        </p:txBody>
      </p:sp>
      <p:sp>
        <p:nvSpPr>
          <p:cNvPr id="8" name="text-1-8">
            <a:extLst xmlns:a="http://schemas.openxmlformats.org/drawingml/2006/main">
              <a:ext uri="{FF2B5EF4-FFF2-40B4-BE49-F238E27FC236}">
                <a16:creationId xmlns:a16="http://schemas.microsoft.com/office/drawing/2014/main" id="{8AECB03A-848C-4B2A-A367-A804D3DB9780}"/>
              </a:ext>
            </a:extLst>
          </p:cNvPr>
          <p:cNvSpPr>
            <a:spLocks xmlns:a="http://schemas.openxmlformats.org/drawingml/2006/main" noGrp="1"/>
          </p:cNvSpPr>
          <p:nvPr/>
        </p:nvSpPr>
        <p:spPr>
          <a:xfrm xmlns:a="http://schemas.openxmlformats.org/drawingml/2006/main">
            <a:off x="34671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02</a:t>
            </a:r>
          </a:p>
        </p:txBody>
      </p:sp>
      <p:sp>
        <p:nvSpPr>
          <p:cNvPr id="9" name="text-1-9">
            <a:extLst xmlns:a="http://schemas.openxmlformats.org/drawingml/2006/main">
              <a:ext uri="{FF2B5EF4-FFF2-40B4-BE49-F238E27FC236}">
                <a16:creationId xmlns:a16="http://schemas.microsoft.com/office/drawing/2014/main" id="{19967015-6A58-430E-AD77-9ADC0439E4A1}"/>
              </a:ext>
            </a:extLst>
          </p:cNvPr>
          <p:cNvSpPr>
            <a:spLocks xmlns:a="http://schemas.openxmlformats.org/drawingml/2006/main" noGrp="1"/>
          </p:cNvSpPr>
          <p:nvPr/>
        </p:nvSpPr>
        <p:spPr>
          <a:xfrm xmlns:a="http://schemas.openxmlformats.org/drawingml/2006/main">
            <a:off x="34671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Trace one</a:t>
            </a:r>
          </a:p>
        </p:txBody>
      </p:sp>
      <p:sp>
        <p:nvSpPr>
          <p:cNvPr id="10" name="text-1-10">
            <a:extLst xmlns:a="http://schemas.openxmlformats.org/drawingml/2006/main">
              <a:ext uri="{FF2B5EF4-FFF2-40B4-BE49-F238E27FC236}">
                <a16:creationId xmlns:a16="http://schemas.microsoft.com/office/drawing/2014/main" id="{BB308137-756E-4A17-BD9D-E74F12172DAB}"/>
              </a:ext>
            </a:extLst>
          </p:cNvPr>
          <p:cNvSpPr>
            <a:spLocks xmlns:a="http://schemas.openxmlformats.org/drawingml/2006/main" noGrp="1"/>
          </p:cNvSpPr>
          <p:nvPr/>
        </p:nvSpPr>
        <p:spPr>
          <a:xfrm xmlns:a="http://schemas.openxmlformats.org/drawingml/2006/main">
            <a:off x="3467100" y="3469767"/>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request</a:t>
            </a:r>
          </a:p>
        </p:txBody>
      </p:sp>
      <p:sp>
        <p:nvSpPr>
          <p:cNvPr id="11" name="text-1-11">
            <a:extLst xmlns:a="http://schemas.openxmlformats.org/drawingml/2006/main">
              <a:ext uri="{FF2B5EF4-FFF2-40B4-BE49-F238E27FC236}">
                <a16:creationId xmlns:a16="http://schemas.microsoft.com/office/drawing/2014/main" id="{F454754A-68A8-48CD-84B7-ABE160F86A85}"/>
              </a:ext>
            </a:extLst>
          </p:cNvPr>
          <p:cNvSpPr>
            <a:spLocks xmlns:a="http://schemas.openxmlformats.org/drawingml/2006/main" noGrp="1"/>
          </p:cNvSpPr>
          <p:nvPr/>
        </p:nvSpPr>
        <p:spPr>
          <a:xfrm xmlns:a="http://schemas.openxmlformats.org/drawingml/2006/main">
            <a:off x="3467100" y="397725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Capture → prediction</a:t>
            </a:r>
          </a:p>
        </p:txBody>
      </p:sp>
      <p:sp>
        <p:nvSpPr>
          <p:cNvPr id="12" name="text-1-12">
            <a:extLst xmlns:a="http://schemas.openxmlformats.org/drawingml/2006/main">
              <a:ext uri="{FF2B5EF4-FFF2-40B4-BE49-F238E27FC236}">
                <a16:creationId xmlns:a16="http://schemas.microsoft.com/office/drawing/2014/main" id="{E95651F9-AF96-433A-B3D4-2EB2E6FA5959}"/>
              </a:ext>
            </a:extLst>
          </p:cNvPr>
          <p:cNvSpPr>
            <a:spLocks xmlns:a="http://schemas.openxmlformats.org/drawingml/2006/main" noGrp="1"/>
          </p:cNvSpPr>
          <p:nvPr/>
        </p:nvSpPr>
        <p:spPr>
          <a:xfrm xmlns:a="http://schemas.openxmlformats.org/drawingml/2006/main">
            <a:off x="3467100" y="426529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 dispatch</a:t>
            </a:r>
          </a:p>
        </p:txBody>
      </p:sp>
      <p:sp>
        <p:nvSpPr>
          <p:cNvPr id="13" name="text-1-13">
            <a:extLst xmlns:a="http://schemas.openxmlformats.org/drawingml/2006/main">
              <a:ext uri="{FF2B5EF4-FFF2-40B4-BE49-F238E27FC236}">
                <a16:creationId xmlns:a16="http://schemas.microsoft.com/office/drawing/2014/main" id="{97886514-114A-49DB-9C13-C1C30DA2C554}"/>
              </a:ext>
            </a:extLst>
          </p:cNvPr>
          <p:cNvSpPr>
            <a:spLocks xmlns:a="http://schemas.openxmlformats.org/drawingml/2006/main" noGrp="1"/>
          </p:cNvSpPr>
          <p:nvPr/>
        </p:nvSpPr>
        <p:spPr>
          <a:xfrm xmlns:a="http://schemas.openxmlformats.org/drawingml/2006/main">
            <a:off x="63246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03</a:t>
            </a:r>
          </a:p>
        </p:txBody>
      </p:sp>
      <p:sp>
        <p:nvSpPr>
          <p:cNvPr id="14" name="text-1-14">
            <a:extLst xmlns:a="http://schemas.openxmlformats.org/drawingml/2006/main">
              <a:ext uri="{FF2B5EF4-FFF2-40B4-BE49-F238E27FC236}">
                <a16:creationId xmlns:a16="http://schemas.microsoft.com/office/drawing/2014/main" id="{50944497-F467-46C0-8AC4-B2F8229EEA85}"/>
              </a:ext>
            </a:extLst>
          </p:cNvPr>
          <p:cNvSpPr>
            <a:spLocks xmlns:a="http://schemas.openxmlformats.org/drawingml/2006/main" noGrp="1"/>
          </p:cNvSpPr>
          <p:nvPr/>
        </p:nvSpPr>
        <p:spPr>
          <a:xfrm xmlns:a="http://schemas.openxmlformats.org/drawingml/2006/main">
            <a:off x="63246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Read execution</a:t>
            </a:r>
          </a:p>
        </p:txBody>
      </p:sp>
      <p:sp>
        <p:nvSpPr>
          <p:cNvPr id="15" name="text-1-15">
            <a:extLst xmlns:a="http://schemas.openxmlformats.org/drawingml/2006/main">
              <a:ext uri="{FF2B5EF4-FFF2-40B4-BE49-F238E27FC236}">
                <a16:creationId xmlns:a16="http://schemas.microsoft.com/office/drawing/2014/main" id="{93007F61-7694-4413-BE91-CF26B5FCDD2D}"/>
              </a:ext>
            </a:extLst>
          </p:cNvPr>
          <p:cNvSpPr>
            <a:spLocks xmlns:a="http://schemas.openxmlformats.org/drawingml/2006/main" noGrp="1"/>
          </p:cNvSpPr>
          <p:nvPr/>
        </p:nvSpPr>
        <p:spPr>
          <a:xfrm xmlns:a="http://schemas.openxmlformats.org/drawingml/2006/main">
            <a:off x="6324600" y="3641217"/>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Timing, alignment and</a:t>
            </a:r>
          </a:p>
        </p:txBody>
      </p:sp>
      <p:sp>
        <p:nvSpPr>
          <p:cNvPr id="16" name="text-1-16">
            <a:extLst xmlns:a="http://schemas.openxmlformats.org/drawingml/2006/main">
              <a:ext uri="{FF2B5EF4-FFF2-40B4-BE49-F238E27FC236}">
                <a16:creationId xmlns:a16="http://schemas.microsoft.com/office/drawing/2014/main" id="{A65AC076-2175-41E7-BD30-B23CCBD51EBA}"/>
              </a:ext>
            </a:extLst>
          </p:cNvPr>
          <p:cNvSpPr>
            <a:spLocks xmlns:a="http://schemas.openxmlformats.org/drawingml/2006/main" noGrp="1"/>
          </p:cNvSpPr>
          <p:nvPr/>
        </p:nvSpPr>
        <p:spPr>
          <a:xfrm xmlns:a="http://schemas.openxmlformats.org/drawingml/2006/main">
            <a:off x="6324600" y="3929253"/>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blending</a:t>
            </a:r>
          </a:p>
        </p:txBody>
      </p:sp>
      <p:sp>
        <p:nvSpPr>
          <p:cNvPr id="17" name="text-1-17">
            <a:extLst xmlns:a="http://schemas.openxmlformats.org/drawingml/2006/main">
              <a:ext uri="{FF2B5EF4-FFF2-40B4-BE49-F238E27FC236}">
                <a16:creationId xmlns:a16="http://schemas.microsoft.com/office/drawing/2014/main" id="{30CD7020-607B-4EB7-BF75-A49763434A9F}"/>
              </a:ext>
            </a:extLst>
          </p:cNvPr>
          <p:cNvSpPr>
            <a:spLocks xmlns:a="http://schemas.openxmlformats.org/drawingml/2006/main" noGrp="1"/>
          </p:cNvSpPr>
          <p:nvPr/>
        </p:nvSpPr>
        <p:spPr>
          <a:xfrm xmlns:a="http://schemas.openxmlformats.org/drawingml/2006/main">
            <a:off x="91821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04</a:t>
            </a:r>
          </a:p>
        </p:txBody>
      </p:sp>
      <p:sp>
        <p:nvSpPr>
          <p:cNvPr id="18" name="text-1-18">
            <a:extLst xmlns:a="http://schemas.openxmlformats.org/drawingml/2006/main">
              <a:ext uri="{FF2B5EF4-FFF2-40B4-BE49-F238E27FC236}">
                <a16:creationId xmlns:a16="http://schemas.microsoft.com/office/drawing/2014/main" id="{0C72FE6E-EAB5-4BFF-8C39-1D1F2676F80B}"/>
              </a:ext>
            </a:extLst>
          </p:cNvPr>
          <p:cNvSpPr>
            <a:spLocks xmlns:a="http://schemas.openxmlformats.org/drawingml/2006/main" noGrp="1"/>
          </p:cNvSpPr>
          <p:nvPr/>
        </p:nvSpPr>
        <p:spPr>
          <a:xfrm xmlns:a="http://schemas.openxmlformats.org/drawingml/2006/main">
            <a:off x="91821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Review</a:t>
            </a:r>
          </a:p>
        </p:txBody>
      </p:sp>
      <p:sp>
        <p:nvSpPr>
          <p:cNvPr id="19" name="text-1-19">
            <a:extLst xmlns:a="http://schemas.openxmlformats.org/drawingml/2006/main">
              <a:ext uri="{FF2B5EF4-FFF2-40B4-BE49-F238E27FC236}">
                <a16:creationId xmlns:a16="http://schemas.microsoft.com/office/drawing/2014/main" id="{F36ADB35-BCA8-42F0-8839-F6CC5B640744}"/>
              </a:ext>
            </a:extLst>
          </p:cNvPr>
          <p:cNvSpPr>
            <a:spLocks xmlns:a="http://schemas.openxmlformats.org/drawingml/2006/main" noGrp="1"/>
          </p:cNvSpPr>
          <p:nvPr/>
        </p:nvSpPr>
        <p:spPr>
          <a:xfrm xmlns:a="http://schemas.openxmlformats.org/drawingml/2006/main">
            <a:off x="9182100" y="3469767"/>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boundaries</a:t>
            </a:r>
          </a:p>
        </p:txBody>
      </p:sp>
      <p:sp>
        <p:nvSpPr>
          <p:cNvPr id="20" name="text-1-20">
            <a:extLst xmlns:a="http://schemas.openxmlformats.org/drawingml/2006/main">
              <a:ext uri="{FF2B5EF4-FFF2-40B4-BE49-F238E27FC236}">
                <a16:creationId xmlns:a16="http://schemas.microsoft.com/office/drawing/2014/main" id="{974D6ED5-A52A-4DBE-9969-4753F4F078FB}"/>
              </a:ext>
            </a:extLst>
          </p:cNvPr>
          <p:cNvSpPr>
            <a:spLocks xmlns:a="http://schemas.openxmlformats.org/drawingml/2006/main" noGrp="1"/>
          </p:cNvSpPr>
          <p:nvPr/>
        </p:nvSpPr>
        <p:spPr>
          <a:xfrm xmlns:a="http://schemas.openxmlformats.org/drawingml/2006/main">
            <a:off x="9182100" y="397725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Invalidation, faults and</a:t>
            </a:r>
          </a:p>
        </p:txBody>
      </p:sp>
      <p:sp>
        <p:nvSpPr>
          <p:cNvPr id="21" name="text-1-21">
            <a:extLst xmlns:a="http://schemas.openxmlformats.org/drawingml/2006/main">
              <a:ext uri="{FF2B5EF4-FFF2-40B4-BE49-F238E27FC236}">
                <a16:creationId xmlns:a16="http://schemas.microsoft.com/office/drawing/2014/main" id="{D6D8325A-FF40-4CE4-A1E0-05A9E009CDB0}"/>
              </a:ext>
            </a:extLst>
          </p:cNvPr>
          <p:cNvSpPr>
            <a:spLocks xmlns:a="http://schemas.openxmlformats.org/drawingml/2006/main" noGrp="1"/>
          </p:cNvSpPr>
          <p:nvPr/>
        </p:nvSpPr>
        <p:spPr>
          <a:xfrm xmlns:a="http://schemas.openxmlformats.org/drawingml/2006/main">
            <a:off x="9182100" y="426529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tests</a:t>
            </a:r>
          </a:p>
        </p:txBody>
      </p:sp>
      <p:sp>
        <p:nvSpPr>
          <p:cNvPr id="22" name="rect-1-22">
            <a:extLst xmlns:a="http://schemas.openxmlformats.org/drawingml/2006/main">
              <a:ext uri="{FF2B5EF4-FFF2-40B4-BE49-F238E27FC236}">
                <a16:creationId xmlns:a16="http://schemas.microsoft.com/office/drawing/2014/main" id="{8C7F9724-30DE-4995-BF4C-99EDBA510B1A}"/>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3" name="text-1-23">
            <a:extLst xmlns:a="http://schemas.openxmlformats.org/drawingml/2006/main">
              <a:ext uri="{FF2B5EF4-FFF2-40B4-BE49-F238E27FC236}">
                <a16:creationId xmlns:a16="http://schemas.microsoft.com/office/drawing/2014/main" id="{49968EB8-CEA7-4387-9DA4-A32DAEFE409B}"/>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Start with one chapter. Open code only when you want the next level of detail.</a:t>
            </a:r>
          </a:p>
        </p:txBody>
      </p:sp>
      <p:sp>
        <p:nvSpPr>
          <p:cNvPr id="24" name="text-1-24">
            <a:extLst xmlns:a="http://schemas.openxmlformats.org/drawingml/2006/main">
              <a:ext uri="{FF2B5EF4-FFF2-40B4-BE49-F238E27FC236}">
                <a16:creationId xmlns:a16="http://schemas.microsoft.com/office/drawing/2014/main" id="{E5AA8C31-48DA-4272-A8B6-A64654F0C9D6}"/>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01</a:t>
            </a:r>
          </a:p>
        </p:txBody>
      </p:sp>
    </p:spTree>
    <p:extLst>
      <p:ext uri="{BB962C8B-B14F-4D97-AF65-F5344CB8AC3E}">
        <p14:creationId xmlns:p14="http://schemas.microsoft.com/office/powerpoint/2010/main" val="1351035754"/>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text-2-1">
            <a:extLst xmlns:a="http://schemas.openxmlformats.org/drawingml/2006/main">
              <a:ext uri="{FF2B5EF4-FFF2-40B4-BE49-F238E27FC236}">
                <a16:creationId xmlns:a16="http://schemas.microsoft.com/office/drawing/2014/main" id="{1EF957FF-A81B-4C27-B788-D1D84C4B5FF4}"/>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1 · MAP THE SYSTEM</a:t>
            </a:r>
          </a:p>
        </p:txBody>
      </p:sp>
      <p:sp>
        <p:nvSpPr>
          <p:cNvPr id="2" name="text-2-2">
            <a:extLst xmlns:a="http://schemas.openxmlformats.org/drawingml/2006/main">
              <a:ext uri="{FF2B5EF4-FFF2-40B4-BE49-F238E27FC236}">
                <a16:creationId xmlns:a16="http://schemas.microsoft.com/office/drawing/2014/main" id="{A2C6CBA2-8881-47B4-89DB-3766DA8845E1}"/>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Ownership follows the process boundary</a:t>
            </a:r>
          </a:p>
        </p:txBody>
      </p:sp>
      <p:sp>
        <p:nvSpPr>
          <p:cNvPr id="3" name="text-2-3">
            <a:extLst xmlns:a="http://schemas.openxmlformats.org/drawingml/2006/main">
              <a:ext uri="{FF2B5EF4-FFF2-40B4-BE49-F238E27FC236}">
                <a16:creationId xmlns:a16="http://schemas.microsoft.com/office/drawing/2014/main" id="{2054BFA7-3BA0-44F0-A084-0387B4E347E5}"/>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client owns motion permission. The server owns policy execution.</a:t>
            </a:r>
          </a:p>
        </p:txBody>
      </p:sp>
      <p:sp>
        <p:nvSpPr>
          <p:cNvPr id="4" name="rect-2-4">
            <a:extLst xmlns:a="http://schemas.openxmlformats.org/drawingml/2006/main">
              <a:ext uri="{FF2B5EF4-FFF2-40B4-BE49-F238E27FC236}">
                <a16:creationId xmlns:a16="http://schemas.microsoft.com/office/drawing/2014/main" id="{DA3B4898-EB26-4324-B639-D7F615322F2E}"/>
              </a:ext>
            </a:extLst>
          </p:cNvPr>
          <p:cNvSpPr>
            <a:spLocks xmlns:a="http://schemas.openxmlformats.org/drawingml/2006/main" noGrp="1"/>
          </p:cNvSpPr>
          <p:nvPr/>
        </p:nvSpPr>
        <p:spPr>
          <a:xfrm xmlns:a="http://schemas.openxmlformats.org/drawingml/2006/main">
            <a:off x="609600" y="21431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5" name="text-2-5">
            <a:extLst xmlns:a="http://schemas.openxmlformats.org/drawingml/2006/main">
              <a:ext uri="{FF2B5EF4-FFF2-40B4-BE49-F238E27FC236}">
                <a16:creationId xmlns:a16="http://schemas.microsoft.com/office/drawing/2014/main" id="{D025C1E8-767D-4E66-9412-9301A54489FB}"/>
              </a:ext>
            </a:extLst>
          </p:cNvPr>
          <p:cNvSpPr>
            <a:spLocks xmlns:a="http://schemas.openxmlformats.org/drawingml/2006/main" noGrp="1"/>
          </p:cNvSpPr>
          <p:nvPr/>
        </p:nvSpPr>
        <p:spPr>
          <a:xfrm xmlns:a="http://schemas.openxmlformats.org/drawingml/2006/main">
            <a:off x="609600" y="23526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Robot client</a:t>
            </a:r>
          </a:p>
        </p:txBody>
      </p:sp>
      <p:sp>
        <p:nvSpPr>
          <p:cNvPr id="6" name="text-2-6">
            <a:extLst xmlns:a="http://schemas.openxmlformats.org/drawingml/2006/main">
              <a:ext uri="{FF2B5EF4-FFF2-40B4-BE49-F238E27FC236}">
                <a16:creationId xmlns:a16="http://schemas.microsoft.com/office/drawing/2014/main" id="{78DC96F9-67D4-4202-ABE4-AC529A9819E3}"/>
              </a:ext>
            </a:extLst>
          </p:cNvPr>
          <p:cNvSpPr>
            <a:spLocks xmlns:a="http://schemas.openxmlformats.org/drawingml/2006/main" noGrp="1"/>
          </p:cNvSpPr>
          <p:nvPr/>
        </p:nvSpPr>
        <p:spPr>
          <a:xfrm xmlns:a="http://schemas.openxmlformats.org/drawingml/2006/main">
            <a:off x="2667000" y="23241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Rollout strategy → RemoteInferenceEngine → ChunkRuntime → ActionQueue</a:t>
            </a:r>
          </a:p>
        </p:txBody>
      </p:sp>
      <p:sp>
        <p:nvSpPr>
          <p:cNvPr id="7" name="text-2-7">
            <a:extLst xmlns:a="http://schemas.openxmlformats.org/drawingml/2006/main">
              <a:ext uri="{FF2B5EF4-FFF2-40B4-BE49-F238E27FC236}">
                <a16:creationId xmlns:a16="http://schemas.microsoft.com/office/drawing/2014/main" id="{9CB42C5B-02B6-4CBC-985A-50BC12A98A67}"/>
              </a:ext>
            </a:extLst>
          </p:cNvPr>
          <p:cNvSpPr>
            <a:spLocks xmlns:a="http://schemas.openxmlformats.org/drawingml/2006/main" noGrp="1"/>
          </p:cNvSpPr>
          <p:nvPr/>
        </p:nvSpPr>
        <p:spPr>
          <a:xfrm xmlns:a="http://schemas.openxmlformats.org/drawingml/2006/main">
            <a:off x="2667000" y="27384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Reads hardware, commits targets, interpolates, checks freshness and faults.</a:t>
            </a:r>
          </a:p>
        </p:txBody>
      </p:sp>
      <p:sp>
        <p:nvSpPr>
          <p:cNvPr id="8" name="rect-2-8">
            <a:extLst xmlns:a="http://schemas.openxmlformats.org/drawingml/2006/main">
              <a:ext uri="{FF2B5EF4-FFF2-40B4-BE49-F238E27FC236}">
                <a16:creationId xmlns:a16="http://schemas.microsoft.com/office/drawing/2014/main" id="{A5C7316D-44F6-41A7-8BB1-81B4CF239367}"/>
              </a:ext>
            </a:extLst>
          </p:cNvPr>
          <p:cNvSpPr>
            <a:spLocks xmlns:a="http://schemas.openxmlformats.org/drawingml/2006/main" noGrp="1"/>
          </p:cNvSpPr>
          <p:nvPr/>
        </p:nvSpPr>
        <p:spPr>
          <a:xfrm xmlns:a="http://schemas.openxmlformats.org/drawingml/2006/main">
            <a:off x="609600" y="36385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9" name="text-2-9">
            <a:extLst xmlns:a="http://schemas.openxmlformats.org/drawingml/2006/main">
              <a:ext uri="{FF2B5EF4-FFF2-40B4-BE49-F238E27FC236}">
                <a16:creationId xmlns:a16="http://schemas.microsoft.com/office/drawing/2014/main" id="{241C7A3C-94A8-4ADA-8043-7D821625AD86}"/>
              </a:ext>
            </a:extLst>
          </p:cNvPr>
          <p:cNvSpPr>
            <a:spLocks xmlns:a="http://schemas.openxmlformats.org/drawingml/2006/main" noGrp="1"/>
          </p:cNvSpPr>
          <p:nvPr/>
        </p:nvSpPr>
        <p:spPr>
          <a:xfrm xmlns:a="http://schemas.openxmlformats.org/drawingml/2006/main">
            <a:off x="609600" y="3848100"/>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GPU server</a:t>
            </a:r>
          </a:p>
        </p:txBody>
      </p:sp>
      <p:sp>
        <p:nvSpPr>
          <p:cNvPr id="10" name="text-2-10">
            <a:extLst xmlns:a="http://schemas.openxmlformats.org/drawingml/2006/main">
              <a:ext uri="{FF2B5EF4-FFF2-40B4-BE49-F238E27FC236}">
                <a16:creationId xmlns:a16="http://schemas.microsoft.com/office/drawing/2014/main" id="{8040BF05-9B28-403B-A800-D1CFC070E5BC}"/>
              </a:ext>
            </a:extLst>
          </p:cNvPr>
          <p:cNvSpPr>
            <a:spLocks xmlns:a="http://schemas.openxmlformats.org/drawingml/2006/main" noGrp="1"/>
          </p:cNvSpPr>
          <p:nvPr/>
        </p:nvSpPr>
        <p:spPr>
          <a:xfrm xmlns:a="http://schemas.openxmlformats.org/drawingml/2006/main">
            <a:off x="2667000" y="3819525"/>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PolicyServer → SessionWorker → PolicyRunner → policy + processors</a:t>
            </a:r>
          </a:p>
        </p:txBody>
      </p:sp>
      <p:sp>
        <p:nvSpPr>
          <p:cNvPr id="11" name="text-2-11">
            <a:extLst xmlns:a="http://schemas.openxmlformats.org/drawingml/2006/main">
              <a:ext uri="{FF2B5EF4-FFF2-40B4-BE49-F238E27FC236}">
                <a16:creationId xmlns:a16="http://schemas.microsoft.com/office/drawing/2014/main" id="{2CC5A8D0-2FBE-4C1A-84E2-24344E2B7C54}"/>
              </a:ext>
            </a:extLst>
          </p:cNvPr>
          <p:cNvSpPr>
            <a:spLocks xmlns:a="http://schemas.openxmlformats.org/drawingml/2006/main" noGrp="1"/>
          </p:cNvSpPr>
          <p:nvPr/>
        </p:nvSpPr>
        <p:spPr>
          <a:xfrm xmlns:a="http://schemas.openxmlformats.org/drawingml/2006/main">
            <a:off x="2667000" y="4233863"/>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Admits one session and serializes every operation that can mutate model state.</a:t>
            </a:r>
          </a:p>
        </p:txBody>
      </p:sp>
      <p:sp>
        <p:nvSpPr>
          <p:cNvPr id="12" name="rect-2-12">
            <a:extLst xmlns:a="http://schemas.openxmlformats.org/drawingml/2006/main">
              <a:ext uri="{FF2B5EF4-FFF2-40B4-BE49-F238E27FC236}">
                <a16:creationId xmlns:a16="http://schemas.microsoft.com/office/drawing/2014/main" id="{0770E1DF-5A4E-4106-A15A-2D742B5A7B6B}"/>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3" name="text-2-13">
            <a:extLst xmlns:a="http://schemas.openxmlformats.org/drawingml/2006/main">
              <a:ext uri="{FF2B5EF4-FFF2-40B4-BE49-F238E27FC236}">
                <a16:creationId xmlns:a16="http://schemas.microsoft.com/office/drawing/2014/main" id="{A848A3E8-958E-48C9-8B4B-DCED4BB8473C}"/>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The shared runtime decides how to execute a result; Zenoh only carries the request and reply.</a:t>
            </a:r>
          </a:p>
        </p:txBody>
      </p:sp>
      <p:sp>
        <p:nvSpPr>
          <p:cNvPr id="14" name="text-2-14">
            <a:extLst xmlns:a="http://schemas.openxmlformats.org/drawingml/2006/main">
              <a:ext uri="{FF2B5EF4-FFF2-40B4-BE49-F238E27FC236}">
                <a16:creationId xmlns:a16="http://schemas.microsoft.com/office/drawing/2014/main" id="{51D16C24-25FD-46A1-A412-D353DB515702}"/>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02</a:t>
            </a:r>
          </a:p>
        </p:txBody>
      </p:sp>
    </p:spTree>
    <p:extLst>
      <p:ext uri="{BB962C8B-B14F-4D97-AF65-F5344CB8AC3E}">
        <p14:creationId xmlns:p14="http://schemas.microsoft.com/office/powerpoint/2010/main" val="88202538"/>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text-3-1">
            <a:extLst xmlns:a="http://schemas.openxmlformats.org/drawingml/2006/main">
              <a:ext uri="{FF2B5EF4-FFF2-40B4-BE49-F238E27FC236}">
                <a16:creationId xmlns:a16="http://schemas.microsoft.com/office/drawing/2014/main" id="{DB096254-ED42-405E-9586-DE5A51027309}"/>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1 · MAP THE SYSTEM</a:t>
            </a:r>
          </a:p>
        </p:txBody>
      </p:sp>
      <p:sp>
        <p:nvSpPr>
          <p:cNvPr id="2" name="text-3-2">
            <a:extLst xmlns:a="http://schemas.openxmlformats.org/drawingml/2006/main">
              <a:ext uri="{FF2B5EF4-FFF2-40B4-BE49-F238E27FC236}">
                <a16:creationId xmlns:a16="http://schemas.microsoft.com/office/drawing/2014/main" id="{459E63DA-FD89-4CC4-B8BD-02994F5DCB2D}"/>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Two startup paths meet at admission</a:t>
            </a:r>
          </a:p>
        </p:txBody>
      </p:sp>
      <p:sp>
        <p:nvSpPr>
          <p:cNvPr id="3" name="text-3-3">
            <a:extLst xmlns:a="http://schemas.openxmlformats.org/drawingml/2006/main">
              <a:ext uri="{FF2B5EF4-FFF2-40B4-BE49-F238E27FC236}">
                <a16:creationId xmlns:a16="http://schemas.microsoft.com/office/drawing/2014/main" id="{91143CA7-1692-4245-BC45-61C09A324B85}"/>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Weights stay on the server; the client builds a hardware contract.</a:t>
            </a:r>
          </a:p>
        </p:txBody>
      </p:sp>
      <p:sp>
        <p:nvSpPr>
          <p:cNvPr id="4" name="rect-3-4">
            <a:extLst xmlns:a="http://schemas.openxmlformats.org/drawingml/2006/main">
              <a:ext uri="{FF2B5EF4-FFF2-40B4-BE49-F238E27FC236}">
                <a16:creationId xmlns:a16="http://schemas.microsoft.com/office/drawing/2014/main" id="{10ACFDCC-FAC4-4707-B616-2D4A91719B22}"/>
              </a:ext>
            </a:extLst>
          </p:cNvPr>
          <p:cNvSpPr>
            <a:spLocks xmlns:a="http://schemas.openxmlformats.org/drawingml/2006/main" noGrp="1"/>
          </p:cNvSpPr>
          <p:nvPr/>
        </p:nvSpPr>
        <p:spPr>
          <a:xfrm xmlns:a="http://schemas.openxmlformats.org/drawingml/2006/main">
            <a:off x="609600" y="21431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5" name="text-3-5">
            <a:extLst xmlns:a="http://schemas.openxmlformats.org/drawingml/2006/main">
              <a:ext uri="{FF2B5EF4-FFF2-40B4-BE49-F238E27FC236}">
                <a16:creationId xmlns:a16="http://schemas.microsoft.com/office/drawing/2014/main" id="{85D2D9B4-E475-469F-B4CC-FBF69EDD3379}"/>
              </a:ext>
            </a:extLst>
          </p:cNvPr>
          <p:cNvSpPr>
            <a:spLocks xmlns:a="http://schemas.openxmlformats.org/drawingml/2006/main" noGrp="1"/>
          </p:cNvSpPr>
          <p:nvPr/>
        </p:nvSpPr>
        <p:spPr>
          <a:xfrm xmlns:a="http://schemas.openxmlformats.org/drawingml/2006/main">
            <a:off x="609600" y="23526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Server startup</a:t>
            </a:r>
          </a:p>
        </p:txBody>
      </p:sp>
      <p:sp>
        <p:nvSpPr>
          <p:cNvPr id="6" name="text-3-6">
            <a:extLst xmlns:a="http://schemas.openxmlformats.org/drawingml/2006/main">
              <a:ext uri="{FF2B5EF4-FFF2-40B4-BE49-F238E27FC236}">
                <a16:creationId xmlns:a16="http://schemas.microsoft.com/office/drawing/2014/main" id="{6796FDD6-BEA7-45E6-9C26-8118468B5863}"/>
              </a:ext>
            </a:extLst>
          </p:cNvPr>
          <p:cNvSpPr>
            <a:spLocks xmlns:a="http://schemas.openxmlformats.org/drawingml/2006/main" noGrp="1"/>
          </p:cNvSpPr>
          <p:nvPr/>
        </p:nvSpPr>
        <p:spPr>
          <a:xfrm xmlns:a="http://schemas.openxmlformats.org/drawingml/2006/main">
            <a:off x="2667000" y="23241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load_deployment → PolicyRunner → warmup → full reset → serve</a:t>
            </a:r>
          </a:p>
        </p:txBody>
      </p:sp>
      <p:sp>
        <p:nvSpPr>
          <p:cNvPr id="7" name="text-3-7">
            <a:extLst xmlns:a="http://schemas.openxmlformats.org/drawingml/2006/main">
              <a:ext uri="{FF2B5EF4-FFF2-40B4-BE49-F238E27FC236}">
                <a16:creationId xmlns:a16="http://schemas.microsoft.com/office/drawing/2014/main" id="{62C59D29-15A3-43AB-84A8-C43A89BCAD71}"/>
              </a:ext>
            </a:extLst>
          </p:cNvPr>
          <p:cNvSpPr>
            <a:spLocks xmlns:a="http://schemas.openxmlformats.org/drawingml/2006/main" noGrp="1"/>
          </p:cNvSpPr>
          <p:nvPr/>
        </p:nvSpPr>
        <p:spPr>
          <a:xfrm xmlns:a="http://schemas.openxmlformats.org/drawingml/2006/main">
            <a:off x="2667000" y="27384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Checkpoint + saved processors + effective settings become one advertised deployment.</a:t>
            </a:r>
          </a:p>
        </p:txBody>
      </p:sp>
      <p:sp>
        <p:nvSpPr>
          <p:cNvPr id="8" name="rect-3-8">
            <a:extLst xmlns:a="http://schemas.openxmlformats.org/drawingml/2006/main">
              <a:ext uri="{FF2B5EF4-FFF2-40B4-BE49-F238E27FC236}">
                <a16:creationId xmlns:a16="http://schemas.microsoft.com/office/drawing/2014/main" id="{E256D798-6081-496D-A7BF-831150213B37}"/>
              </a:ext>
            </a:extLst>
          </p:cNvPr>
          <p:cNvSpPr>
            <a:spLocks xmlns:a="http://schemas.openxmlformats.org/drawingml/2006/main" noGrp="1"/>
          </p:cNvSpPr>
          <p:nvPr/>
        </p:nvSpPr>
        <p:spPr>
          <a:xfrm xmlns:a="http://schemas.openxmlformats.org/drawingml/2006/main">
            <a:off x="609600" y="36385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9" name="text-3-9">
            <a:extLst xmlns:a="http://schemas.openxmlformats.org/drawingml/2006/main">
              <a:ext uri="{FF2B5EF4-FFF2-40B4-BE49-F238E27FC236}">
                <a16:creationId xmlns:a16="http://schemas.microsoft.com/office/drawing/2014/main" id="{83E56F55-0C78-4ED0-BEC0-89FBA65DE8BE}"/>
              </a:ext>
            </a:extLst>
          </p:cNvPr>
          <p:cNvSpPr>
            <a:spLocks xmlns:a="http://schemas.openxmlformats.org/drawingml/2006/main" noGrp="1"/>
          </p:cNvSpPr>
          <p:nvPr/>
        </p:nvSpPr>
        <p:spPr>
          <a:xfrm xmlns:a="http://schemas.openxmlformats.org/drawingml/2006/main">
            <a:off x="609600" y="3848100"/>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Client startup</a:t>
            </a:r>
          </a:p>
        </p:txBody>
      </p:sp>
      <p:sp>
        <p:nvSpPr>
          <p:cNvPr id="10" name="text-3-10">
            <a:extLst xmlns:a="http://schemas.openxmlformats.org/drawingml/2006/main">
              <a:ext uri="{FF2B5EF4-FFF2-40B4-BE49-F238E27FC236}">
                <a16:creationId xmlns:a16="http://schemas.microsoft.com/office/drawing/2014/main" id="{75B8B4C3-158B-441A-9573-B444354555CF}"/>
              </a:ext>
            </a:extLst>
          </p:cNvPr>
          <p:cNvSpPr>
            <a:spLocks xmlns:a="http://schemas.openxmlformats.org/drawingml/2006/main" noGrp="1"/>
          </p:cNvSpPr>
          <p:nvPr/>
        </p:nvSpPr>
        <p:spPr>
          <a:xfrm xmlns:a="http://schemas.openxmlformats.org/drawingml/2006/main">
            <a:off x="2667000" y="3819525"/>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connect / describe → robot schema → admit → RemoteInferenceEngine</a:t>
            </a:r>
          </a:p>
        </p:txBody>
      </p:sp>
      <p:sp>
        <p:nvSpPr>
          <p:cNvPr id="11" name="text-3-11">
            <a:extLst xmlns:a="http://schemas.openxmlformats.org/drawingml/2006/main">
              <a:ext uri="{FF2B5EF4-FFF2-40B4-BE49-F238E27FC236}">
                <a16:creationId xmlns:a16="http://schemas.microsoft.com/office/drawing/2014/main" id="{7B225304-78A6-44BA-92DF-37B46C0CC19F}"/>
              </a:ext>
            </a:extLst>
          </p:cNvPr>
          <p:cNvSpPr>
            <a:spLocks xmlns:a="http://schemas.openxmlformats.org/drawingml/2006/main" noGrp="1"/>
          </p:cNvSpPr>
          <p:nvPr/>
        </p:nvSpPr>
        <p:spPr>
          <a:xfrm xmlns:a="http://schemas.openxmlformats.org/drawingml/2006/main">
            <a:off x="2667000" y="4233863"/>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Camera names, joint order, semantics, action rate and mode must agree.</a:t>
            </a:r>
          </a:p>
        </p:txBody>
      </p:sp>
      <p:sp>
        <p:nvSpPr>
          <p:cNvPr id="12" name="rect-3-12">
            <a:extLst xmlns:a="http://schemas.openxmlformats.org/drawingml/2006/main">
              <a:ext uri="{FF2B5EF4-FFF2-40B4-BE49-F238E27FC236}">
                <a16:creationId xmlns:a16="http://schemas.microsoft.com/office/drawing/2014/main" id="{71270ACB-666D-48D4-A792-741212E82B27}"/>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3" name="text-3-13">
            <a:extLst xmlns:a="http://schemas.openxmlformats.org/drawingml/2006/main">
              <a:ext uri="{FF2B5EF4-FFF2-40B4-BE49-F238E27FC236}">
                <a16:creationId xmlns:a16="http://schemas.microsoft.com/office/drawing/2014/main" id="{A56572E3-9644-478C-A3E1-65B39AFEDCC9}"/>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Successful warmup proves a callable path; it does not prove task performance.</a:t>
            </a:r>
          </a:p>
        </p:txBody>
      </p:sp>
      <p:sp>
        <p:nvSpPr>
          <p:cNvPr id="14" name="text-3-14">
            <a:extLst xmlns:a="http://schemas.openxmlformats.org/drawingml/2006/main">
              <a:ext uri="{FF2B5EF4-FFF2-40B4-BE49-F238E27FC236}">
                <a16:creationId xmlns:a16="http://schemas.microsoft.com/office/drawing/2014/main" id="{ACD5BC77-169B-403D-9D13-52FBE82DC3B9}"/>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03</a:t>
            </a:r>
          </a:p>
        </p:txBody>
      </p:sp>
    </p:spTree>
    <p:extLst>
      <p:ext uri="{BB962C8B-B14F-4D97-AF65-F5344CB8AC3E}">
        <p14:creationId xmlns:p14="http://schemas.microsoft.com/office/powerpoint/2010/main" val="1417938945"/>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9" name="text-4-1">
            <a:extLst xmlns:a="http://schemas.openxmlformats.org/drawingml/2006/main">
              <a:ext uri="{FF2B5EF4-FFF2-40B4-BE49-F238E27FC236}">
                <a16:creationId xmlns:a16="http://schemas.microsoft.com/office/drawing/2014/main" id="{DF437638-B701-46B1-BD27-87417D057978}"/>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1 · MAP THE SYSTEM</a:t>
            </a:r>
          </a:p>
        </p:txBody>
      </p:sp>
      <p:sp>
        <p:nvSpPr>
          <p:cNvPr id="2" name="text-4-2">
            <a:extLst xmlns:a="http://schemas.openxmlformats.org/drawingml/2006/main">
              <a:ext uri="{FF2B5EF4-FFF2-40B4-BE49-F238E27FC236}">
                <a16:creationId xmlns:a16="http://schemas.microsoft.com/office/drawing/2014/main" id="{5C022049-8D06-4889-9751-9C75936AD643}"/>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The canonical data boundary</a:t>
            </a:r>
          </a:p>
        </p:txBody>
      </p:sp>
      <p:sp>
        <p:nvSpPr>
          <p:cNvPr id="3" name="text-4-3">
            <a:extLst xmlns:a="http://schemas.openxmlformats.org/drawingml/2006/main">
              <a:ext uri="{FF2B5EF4-FFF2-40B4-BE49-F238E27FC236}">
                <a16:creationId xmlns:a16="http://schemas.microsoft.com/office/drawing/2014/main" id="{338B4FFD-F3BF-429A-B275-E5357EE646EC}"/>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wire carries named observations and canonical action targets.</a:t>
            </a:r>
          </a:p>
        </p:txBody>
      </p:sp>
      <p:sp>
        <p:nvSpPr>
          <p:cNvPr id="4" name="rect-4-4">
            <a:extLst xmlns:a="http://schemas.openxmlformats.org/drawingml/2006/main">
              <a:ext uri="{FF2B5EF4-FFF2-40B4-BE49-F238E27FC236}">
                <a16:creationId xmlns:a16="http://schemas.microsoft.com/office/drawing/2014/main" id="{8DBD6FE1-254B-4381-A49F-B7F19E1A906B}"/>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4-5">
            <a:extLst xmlns:a="http://schemas.openxmlformats.org/drawingml/2006/main">
              <a:ext uri="{FF2B5EF4-FFF2-40B4-BE49-F238E27FC236}">
                <a16:creationId xmlns:a16="http://schemas.microsoft.com/office/drawing/2014/main" id="{09A93DAD-AC40-4D7E-A264-7A3CE51490B7}"/>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Robot values</a:t>
            </a:r>
          </a:p>
        </p:txBody>
      </p:sp>
      <p:sp>
        <p:nvSpPr>
          <p:cNvPr id="6" name="text-4-6">
            <a:extLst xmlns:a="http://schemas.openxmlformats.org/drawingml/2006/main">
              <a:ext uri="{FF2B5EF4-FFF2-40B4-BE49-F238E27FC236}">
                <a16:creationId xmlns:a16="http://schemas.microsoft.com/office/drawing/2014/main" id="{0921EE81-E810-4392-ACFE-4485A4FFB31C}"/>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Robot observation</a:t>
            </a:r>
          </a:p>
        </p:txBody>
      </p:sp>
      <p:sp>
        <p:nvSpPr>
          <p:cNvPr id="7" name="text-4-7">
            <a:extLst xmlns:a="http://schemas.openxmlformats.org/drawingml/2006/main">
              <a:ext uri="{FF2B5EF4-FFF2-40B4-BE49-F238E27FC236}">
                <a16:creationId xmlns:a16="http://schemas.microsoft.com/office/drawing/2014/main" id="{692233FE-FF30-4781-B524-1CFE720DE20C}"/>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processor</a:t>
            </a:r>
          </a:p>
        </p:txBody>
      </p:sp>
      <p:sp>
        <p:nvSpPr>
          <p:cNvPr id="8" name="text-4-8">
            <a:extLst xmlns:a="http://schemas.openxmlformats.org/drawingml/2006/main">
              <a:ext uri="{FF2B5EF4-FFF2-40B4-BE49-F238E27FC236}">
                <a16:creationId xmlns:a16="http://schemas.microsoft.com/office/drawing/2014/main" id="{7E87413F-DEBC-4FD2-AD2B-43ECC4DB141C}"/>
              </a:ext>
            </a:extLst>
          </p:cNvPr>
          <p:cNvSpPr>
            <a:spLocks xmlns:a="http://schemas.openxmlformats.org/drawingml/2006/main" noGrp="1"/>
          </p:cNvSpPr>
          <p:nvPr/>
        </p:nvSpPr>
        <p:spPr>
          <a:xfrm xmlns:a="http://schemas.openxmlformats.org/drawingml/2006/main">
            <a:off x="771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 ordered components</a:t>
            </a:r>
          </a:p>
        </p:txBody>
      </p:sp>
      <p:sp>
        <p:nvSpPr>
          <p:cNvPr id="9" name="text-4-9">
            <a:extLst xmlns:a="http://schemas.openxmlformats.org/drawingml/2006/main">
              <a:ext uri="{FF2B5EF4-FFF2-40B4-BE49-F238E27FC236}">
                <a16:creationId xmlns:a16="http://schemas.microsoft.com/office/drawing/2014/main" id="{F7A99D40-006B-4C9F-A7A8-77FF27478E72}"/>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0" name="rect-4-10">
            <a:extLst xmlns:a="http://schemas.openxmlformats.org/drawingml/2006/main">
              <a:ext uri="{FF2B5EF4-FFF2-40B4-BE49-F238E27FC236}">
                <a16:creationId xmlns:a16="http://schemas.microsoft.com/office/drawing/2014/main" id="{66310456-8C88-41F9-AC0A-F9A1EF840BF9}"/>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1" name="text-4-11">
            <a:extLst xmlns:a="http://schemas.openxmlformats.org/drawingml/2006/main">
              <a:ext uri="{FF2B5EF4-FFF2-40B4-BE49-F238E27FC236}">
                <a16:creationId xmlns:a16="http://schemas.microsoft.com/office/drawing/2014/main" id="{0073F4C9-3691-4929-A326-CD44B0FABE32}"/>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Snapshot / wire</a:t>
            </a:r>
          </a:p>
        </p:txBody>
      </p:sp>
      <p:sp>
        <p:nvSpPr>
          <p:cNvPr id="12" name="text-4-12">
            <a:extLst xmlns:a="http://schemas.openxmlformats.org/drawingml/2006/main">
              <a:ext uri="{FF2B5EF4-FFF2-40B4-BE49-F238E27FC236}">
                <a16:creationId xmlns:a16="http://schemas.microsoft.com/office/drawing/2014/main" id="{2DE87524-804E-4BAE-AC43-C77143505696}"/>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RGB: HWC uint8</a:t>
            </a:r>
          </a:p>
        </p:txBody>
      </p:sp>
      <p:sp>
        <p:nvSpPr>
          <p:cNvPr id="13" name="text-4-13">
            <a:extLst xmlns:a="http://schemas.openxmlformats.org/drawingml/2006/main">
              <a:ext uri="{FF2B5EF4-FFF2-40B4-BE49-F238E27FC236}">
                <a16:creationId xmlns:a16="http://schemas.microsoft.com/office/drawing/2014/main" id="{DF551CE8-C605-4109-9C52-70A9AD9A60D1}"/>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state: declared tensor</a:t>
            </a:r>
          </a:p>
        </p:txBody>
      </p:sp>
      <p:sp>
        <p:nvSpPr>
          <p:cNvPr id="14" name="text-4-14">
            <a:extLst xmlns:a="http://schemas.openxmlformats.org/drawingml/2006/main">
              <a:ext uri="{FF2B5EF4-FFF2-40B4-BE49-F238E27FC236}">
                <a16:creationId xmlns:a16="http://schemas.microsoft.com/office/drawing/2014/main" id="{36840626-7201-4FCC-AD6C-8CC1BA4AEDC8}"/>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5" name="rect-4-15">
            <a:extLst xmlns:a="http://schemas.openxmlformats.org/drawingml/2006/main">
              <a:ext uri="{FF2B5EF4-FFF2-40B4-BE49-F238E27FC236}">
                <a16:creationId xmlns:a16="http://schemas.microsoft.com/office/drawing/2014/main" id="{29BEC0BF-3586-4526-A589-05E15267B454}"/>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6" name="text-4-16">
            <a:extLst xmlns:a="http://schemas.openxmlformats.org/drawingml/2006/main">
              <a:ext uri="{FF2B5EF4-FFF2-40B4-BE49-F238E27FC236}">
                <a16:creationId xmlns:a16="http://schemas.microsoft.com/office/drawing/2014/main" id="{930D51E3-383E-46D4-A8BC-4FC1CAAEB84B}"/>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PolicyRunner</a:t>
            </a:r>
          </a:p>
        </p:txBody>
      </p:sp>
      <p:sp>
        <p:nvSpPr>
          <p:cNvPr id="17" name="text-4-17">
            <a:extLst xmlns:a="http://schemas.openxmlformats.org/drawingml/2006/main">
              <a:ext uri="{FF2B5EF4-FFF2-40B4-BE49-F238E27FC236}">
                <a16:creationId xmlns:a16="http://schemas.microsoft.com/office/drawing/2014/main" id="{A74BBF65-F0BE-4E64-B360-CBC300BAE6EA}"/>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batch + saved</a:t>
            </a:r>
          </a:p>
        </p:txBody>
      </p:sp>
      <p:sp>
        <p:nvSpPr>
          <p:cNvPr id="18" name="text-4-18">
            <a:extLst xmlns:a="http://schemas.openxmlformats.org/drawingml/2006/main">
              <a:ext uri="{FF2B5EF4-FFF2-40B4-BE49-F238E27FC236}">
                <a16:creationId xmlns:a16="http://schemas.microsoft.com/office/drawing/2014/main" id="{CD2C7668-6539-40BC-8C31-13771AC047CC}"/>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processors</a:t>
            </a:r>
          </a:p>
        </p:txBody>
      </p:sp>
      <p:sp>
        <p:nvSpPr>
          <p:cNvPr id="19" name="text-4-19">
            <a:extLst xmlns:a="http://schemas.openxmlformats.org/drawingml/2006/main">
              <a:ext uri="{FF2B5EF4-FFF2-40B4-BE49-F238E27FC236}">
                <a16:creationId xmlns:a16="http://schemas.microsoft.com/office/drawing/2014/main" id="{C736397D-A8C8-442B-8795-F7E02C96E45B}"/>
              </a:ext>
            </a:extLst>
          </p:cNvPr>
          <p:cNvSpPr>
            <a:spLocks xmlns:a="http://schemas.openxmlformats.org/drawingml/2006/main" noGrp="1"/>
          </p:cNvSpPr>
          <p:nvPr/>
        </p:nvSpPr>
        <p:spPr>
          <a:xfrm xmlns:a="http://schemas.openxmlformats.org/drawingml/2006/main">
            <a:off x="6486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predict_action_chunk</a:t>
            </a:r>
          </a:p>
        </p:txBody>
      </p:sp>
      <p:sp>
        <p:nvSpPr>
          <p:cNvPr id="20" name="text-4-20">
            <a:extLst xmlns:a="http://schemas.openxmlformats.org/drawingml/2006/main">
              <a:ext uri="{FF2B5EF4-FFF2-40B4-BE49-F238E27FC236}">
                <a16:creationId xmlns:a16="http://schemas.microsoft.com/office/drawing/2014/main" id="{F2057817-0AC6-40BD-AE72-58E64E33C07F}"/>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1" name="rect-4-21">
            <a:extLst xmlns:a="http://schemas.openxmlformats.org/drawingml/2006/main">
              <a:ext uri="{FF2B5EF4-FFF2-40B4-BE49-F238E27FC236}">
                <a16:creationId xmlns:a16="http://schemas.microsoft.com/office/drawing/2014/main" id="{5A19AFBA-3D57-4528-88BD-10234BCCF464}"/>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2" name="text-4-22">
            <a:extLst xmlns:a="http://schemas.openxmlformats.org/drawingml/2006/main">
              <a:ext uri="{FF2B5EF4-FFF2-40B4-BE49-F238E27FC236}">
                <a16:creationId xmlns:a16="http://schemas.microsoft.com/office/drawing/2014/main" id="{766F5201-09F9-4801-8935-D45E396BC602}"/>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Robot command</a:t>
            </a:r>
          </a:p>
        </p:txBody>
      </p:sp>
      <p:sp>
        <p:nvSpPr>
          <p:cNvPr id="23" name="text-4-23">
            <a:extLst xmlns:a="http://schemas.openxmlformats.org/drawingml/2006/main">
              <a:ext uri="{FF2B5EF4-FFF2-40B4-BE49-F238E27FC236}">
                <a16:creationId xmlns:a16="http://schemas.microsoft.com/office/drawing/2014/main" id="{6875020F-567F-415C-BD5A-FD5C834C3D5B}"/>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canonical target</a:t>
            </a:r>
          </a:p>
        </p:txBody>
      </p:sp>
      <p:sp>
        <p:nvSpPr>
          <p:cNvPr id="24" name="text-4-24">
            <a:extLst xmlns:a="http://schemas.openxmlformats.org/drawingml/2006/main">
              <a:ext uri="{FF2B5EF4-FFF2-40B4-BE49-F238E27FC236}">
                <a16:creationId xmlns:a16="http://schemas.microsoft.com/office/drawing/2014/main" id="{52C00841-8842-424F-A9DC-FD6F6DBEACDE}"/>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 local action</a:t>
            </a:r>
          </a:p>
        </p:txBody>
      </p:sp>
      <p:sp>
        <p:nvSpPr>
          <p:cNvPr id="25" name="text-4-25">
            <a:extLst xmlns:a="http://schemas.openxmlformats.org/drawingml/2006/main">
              <a:ext uri="{FF2B5EF4-FFF2-40B4-BE49-F238E27FC236}">
                <a16:creationId xmlns:a16="http://schemas.microsoft.com/office/drawing/2014/main" id="{DDCF5D30-15AA-4E60-B44C-742460459601}"/>
              </a:ext>
            </a:extLst>
          </p:cNvPr>
          <p:cNvSpPr>
            <a:spLocks xmlns:a="http://schemas.openxmlformats.org/drawingml/2006/main" noGrp="1"/>
          </p:cNvSpPr>
          <p:nvPr/>
        </p:nvSpPr>
        <p:spPr>
          <a:xfrm xmlns:a="http://schemas.openxmlformats.org/drawingml/2006/main">
            <a:off x="9344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processor</a:t>
            </a:r>
          </a:p>
        </p:txBody>
      </p:sp>
      <p:sp>
        <p:nvSpPr>
          <p:cNvPr id="26" name="rect-4-26">
            <a:extLst xmlns:a="http://schemas.openxmlformats.org/drawingml/2006/main">
              <a:ext uri="{FF2B5EF4-FFF2-40B4-BE49-F238E27FC236}">
                <a16:creationId xmlns:a16="http://schemas.microsoft.com/office/drawing/2014/main" id="{6B74ACF5-41AA-4A6C-9F4E-30F1737AD135}"/>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7" name="text-4-27">
            <a:extLst xmlns:a="http://schemas.openxmlformats.org/drawingml/2006/main">
              <a:ext uri="{FF2B5EF4-FFF2-40B4-BE49-F238E27FC236}">
                <a16:creationId xmlns:a16="http://schemas.microsoft.com/office/drawing/2014/main" id="{5DD214B9-A5CA-4FE8-8E21-6B0EBE532E2E}"/>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A six-element tensor is compatible only if its names, order and meaning also match.</a:t>
            </a:r>
          </a:p>
        </p:txBody>
      </p:sp>
      <p:sp>
        <p:nvSpPr>
          <p:cNvPr id="28" name="text-4-28">
            <a:extLst xmlns:a="http://schemas.openxmlformats.org/drawingml/2006/main">
              <a:ext uri="{FF2B5EF4-FFF2-40B4-BE49-F238E27FC236}">
                <a16:creationId xmlns:a16="http://schemas.microsoft.com/office/drawing/2014/main" id="{1F9A3C69-5A3C-40B4-A7EE-6FFC7486573F}"/>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04</a:t>
            </a:r>
          </a:p>
        </p:txBody>
      </p:sp>
    </p:spTree>
    <p:extLst>
      <p:ext uri="{BB962C8B-B14F-4D97-AF65-F5344CB8AC3E}">
        <p14:creationId xmlns:p14="http://schemas.microsoft.com/office/powerpoint/2010/main" val="1006425043"/>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text-5-1">
            <a:extLst xmlns:a="http://schemas.openxmlformats.org/drawingml/2006/main">
              <a:ext uri="{FF2B5EF4-FFF2-40B4-BE49-F238E27FC236}">
                <a16:creationId xmlns:a16="http://schemas.microsoft.com/office/drawing/2014/main" id="{60C1E9AB-353C-4683-80C2-59A8BED8F2E0}"/>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1 · MAP THE SYSTEM</a:t>
            </a:r>
          </a:p>
        </p:txBody>
      </p:sp>
      <p:sp>
        <p:nvSpPr>
          <p:cNvPr id="2" name="text-5-2">
            <a:extLst xmlns:a="http://schemas.openxmlformats.org/drawingml/2006/main">
              <a:ext uri="{FF2B5EF4-FFF2-40B4-BE49-F238E27FC236}">
                <a16:creationId xmlns:a16="http://schemas.microsoft.com/office/drawing/2014/main" id="{02759306-7508-41CD-9A1D-D2815DCB9F39}"/>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Different identifiers prevent different mistakes</a:t>
            </a:r>
          </a:p>
        </p:txBody>
      </p:sp>
      <p:sp>
        <p:nvSpPr>
          <p:cNvPr id="3" name="text-5-3">
            <a:extLst xmlns:a="http://schemas.openxmlformats.org/drawingml/2006/main">
              <a:ext uri="{FF2B5EF4-FFF2-40B4-BE49-F238E27FC236}">
                <a16:creationId xmlns:a16="http://schemas.microsoft.com/office/drawing/2014/main" id="{126465DE-EF68-4486-A56C-776438A6BCC0}"/>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A sequence number does not replace session identity or freshness.</a:t>
            </a:r>
          </a:p>
        </p:txBody>
      </p:sp>
      <p:sp>
        <p:nvSpPr>
          <p:cNvPr id="4" name="text-5-4">
            <a:extLst xmlns:a="http://schemas.openxmlformats.org/drawingml/2006/main">
              <a:ext uri="{FF2B5EF4-FFF2-40B4-BE49-F238E27FC236}">
                <a16:creationId xmlns:a16="http://schemas.microsoft.com/office/drawing/2014/main" id="{FDCBA4DF-A623-41E6-8497-FB02F4967FA2}"/>
              </a:ext>
            </a:extLst>
          </p:cNvPr>
          <p:cNvSpPr>
            <a:spLocks xmlns:a="http://schemas.openxmlformats.org/drawingml/2006/main" noGrp="1"/>
          </p:cNvSpPr>
          <p:nvPr/>
        </p:nvSpPr>
        <p:spPr>
          <a:xfrm xmlns:a="http://schemas.openxmlformats.org/drawingml/2006/main">
            <a:off x="609600" y="22669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instance + session</a:t>
            </a:r>
          </a:p>
        </p:txBody>
      </p:sp>
      <p:sp>
        <p:nvSpPr>
          <p:cNvPr id="5" name="text-5-5">
            <a:extLst xmlns:a="http://schemas.openxmlformats.org/drawingml/2006/main">
              <a:ext uri="{FF2B5EF4-FFF2-40B4-BE49-F238E27FC236}">
                <a16:creationId xmlns:a16="http://schemas.microsoft.com/office/drawing/2014/main" id="{1D0EAAA7-B1B4-4F10-9032-AFADBF6088C0}"/>
              </a:ext>
            </a:extLst>
          </p:cNvPr>
          <p:cNvSpPr>
            <a:spLocks xmlns:a="http://schemas.openxmlformats.org/drawingml/2006/main" noGrp="1"/>
          </p:cNvSpPr>
          <p:nvPr/>
        </p:nvSpPr>
        <p:spPr>
          <a:xfrm xmlns:a="http://schemas.openxmlformats.org/drawingml/2006/main">
            <a:off x="3981450" y="22669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Which server process and exclusive client owner?</a:t>
            </a:r>
          </a:p>
        </p:txBody>
      </p:sp>
      <p:sp>
        <p:nvSpPr>
          <p:cNvPr id="6" name="rect-5-6">
            <a:extLst xmlns:a="http://schemas.openxmlformats.org/drawingml/2006/main">
              <a:ext uri="{FF2B5EF4-FFF2-40B4-BE49-F238E27FC236}">
                <a16:creationId xmlns:a16="http://schemas.microsoft.com/office/drawing/2014/main" id="{5A9381C6-72D7-4EE3-9558-E8068E96ADCC}"/>
              </a:ext>
            </a:extLst>
          </p:cNvPr>
          <p:cNvSpPr>
            <a:spLocks xmlns:a="http://schemas.openxmlformats.org/drawingml/2006/main" noGrp="1"/>
          </p:cNvSpPr>
          <p:nvPr/>
        </p:nvSpPr>
        <p:spPr>
          <a:xfrm xmlns:a="http://schemas.openxmlformats.org/drawingml/2006/main">
            <a:off x="609600" y="29146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7" name="text-5-7">
            <a:extLst xmlns:a="http://schemas.openxmlformats.org/drawingml/2006/main">
              <a:ext uri="{FF2B5EF4-FFF2-40B4-BE49-F238E27FC236}">
                <a16:creationId xmlns:a16="http://schemas.microsoft.com/office/drawing/2014/main" id="{BB8E2DCC-7745-4A6B-BC8F-A6FF29B69C27}"/>
              </a:ext>
            </a:extLst>
          </p:cNvPr>
          <p:cNvSpPr>
            <a:spLocks xmlns:a="http://schemas.openxmlformats.org/drawingml/2006/main" noGrp="1"/>
          </p:cNvSpPr>
          <p:nvPr/>
        </p:nvSpPr>
        <p:spPr>
          <a:xfrm xmlns:a="http://schemas.openxmlformats.org/drawingml/2006/main">
            <a:off x="609600" y="30480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generation + task_version</a:t>
            </a:r>
          </a:p>
        </p:txBody>
      </p:sp>
      <p:sp>
        <p:nvSpPr>
          <p:cNvPr id="8" name="text-5-8">
            <a:extLst xmlns:a="http://schemas.openxmlformats.org/drawingml/2006/main">
              <a:ext uri="{FF2B5EF4-FFF2-40B4-BE49-F238E27FC236}">
                <a16:creationId xmlns:a16="http://schemas.microsoft.com/office/drawing/2014/main" id="{8B4695C2-3E3C-4E39-BDB9-9BA1F1CBE790}"/>
              </a:ext>
            </a:extLst>
          </p:cNvPr>
          <p:cNvSpPr>
            <a:spLocks xmlns:a="http://schemas.openxmlformats.org/drawingml/2006/main" noGrp="1"/>
          </p:cNvSpPr>
          <p:nvPr/>
        </p:nvSpPr>
        <p:spPr>
          <a:xfrm xmlns:a="http://schemas.openxmlformats.org/drawingml/2006/main">
            <a:off x="3981450" y="30480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Is this motion epoch and instruction still current?</a:t>
            </a:r>
          </a:p>
        </p:txBody>
      </p:sp>
      <p:sp>
        <p:nvSpPr>
          <p:cNvPr id="9" name="rect-5-9">
            <a:extLst xmlns:a="http://schemas.openxmlformats.org/drawingml/2006/main">
              <a:ext uri="{FF2B5EF4-FFF2-40B4-BE49-F238E27FC236}">
                <a16:creationId xmlns:a16="http://schemas.microsoft.com/office/drawing/2014/main" id="{48F80B7B-9142-4EBC-AB01-E36BC3F27CCE}"/>
              </a:ext>
            </a:extLst>
          </p:cNvPr>
          <p:cNvSpPr>
            <a:spLocks xmlns:a="http://schemas.openxmlformats.org/drawingml/2006/main" noGrp="1"/>
          </p:cNvSpPr>
          <p:nvPr/>
        </p:nvSpPr>
        <p:spPr>
          <a:xfrm xmlns:a="http://schemas.openxmlformats.org/drawingml/2006/main">
            <a:off x="609600" y="369570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0" name="text-5-10">
            <a:extLst xmlns:a="http://schemas.openxmlformats.org/drawingml/2006/main">
              <a:ext uri="{FF2B5EF4-FFF2-40B4-BE49-F238E27FC236}">
                <a16:creationId xmlns:a16="http://schemas.microsoft.com/office/drawing/2014/main" id="{75DDE377-7D12-4B88-B8FB-E1D9294F38FD}"/>
              </a:ext>
            </a:extLst>
          </p:cNvPr>
          <p:cNvSpPr>
            <a:spLocks xmlns:a="http://schemas.openxmlformats.org/drawingml/2006/main" noGrp="1"/>
          </p:cNvSpPr>
          <p:nvPr/>
        </p:nvSpPr>
        <p:spPr>
          <a:xfrm xmlns:a="http://schemas.openxmlformats.org/drawingml/2006/main">
            <a:off x="609600" y="38290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request_id + sequence</a:t>
            </a:r>
          </a:p>
        </p:txBody>
      </p:sp>
      <p:sp>
        <p:nvSpPr>
          <p:cNvPr id="11" name="text-5-11">
            <a:extLst xmlns:a="http://schemas.openxmlformats.org/drawingml/2006/main">
              <a:ext uri="{FF2B5EF4-FFF2-40B4-BE49-F238E27FC236}">
                <a16:creationId xmlns:a16="http://schemas.microsoft.com/office/drawing/2014/main" id="{83422CB9-9CF1-4C5D-881D-4063B5E99943}"/>
              </a:ext>
            </a:extLst>
          </p:cNvPr>
          <p:cNvSpPr>
            <a:spLocks xmlns:a="http://schemas.openxmlformats.org/drawingml/2006/main" noGrp="1"/>
          </p:cNvSpPr>
          <p:nvPr/>
        </p:nvSpPr>
        <p:spPr>
          <a:xfrm xmlns:a="http://schemas.openxmlformats.org/drawingml/2006/main">
            <a:off x="3981450" y="38290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Which operation, and has it already been consumed?</a:t>
            </a:r>
          </a:p>
        </p:txBody>
      </p:sp>
      <p:sp>
        <p:nvSpPr>
          <p:cNvPr id="12" name="rect-5-12">
            <a:extLst xmlns:a="http://schemas.openxmlformats.org/drawingml/2006/main">
              <a:ext uri="{FF2B5EF4-FFF2-40B4-BE49-F238E27FC236}">
                <a16:creationId xmlns:a16="http://schemas.microsoft.com/office/drawing/2014/main" id="{F0B3CDBC-7101-4F08-A115-05094F1C60F8}"/>
              </a:ext>
            </a:extLst>
          </p:cNvPr>
          <p:cNvSpPr>
            <a:spLocks xmlns:a="http://schemas.openxmlformats.org/drawingml/2006/main" noGrp="1"/>
          </p:cNvSpPr>
          <p:nvPr/>
        </p:nvSpPr>
        <p:spPr>
          <a:xfrm xmlns:a="http://schemas.openxmlformats.org/drawingml/2006/main">
            <a:off x="609600" y="44767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3" name="text-5-13">
            <a:extLst xmlns:a="http://schemas.openxmlformats.org/drawingml/2006/main">
              <a:ext uri="{FF2B5EF4-FFF2-40B4-BE49-F238E27FC236}">
                <a16:creationId xmlns:a16="http://schemas.microsoft.com/office/drawing/2014/main" id="{E3537550-358B-4E6A-9C61-5E744EF0EDB2}"/>
              </a:ext>
            </a:extLst>
          </p:cNvPr>
          <p:cNvSpPr>
            <a:spLocks xmlns:a="http://schemas.openxmlformats.org/drawingml/2006/main" noGrp="1"/>
          </p:cNvSpPr>
          <p:nvPr/>
        </p:nvSpPr>
        <p:spPr>
          <a:xfrm xmlns:a="http://schemas.openxmlformats.org/drawingml/2006/main">
            <a:off x="609600" y="46101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observation_id + cursor</a:t>
            </a:r>
          </a:p>
        </p:txBody>
      </p:sp>
      <p:sp>
        <p:nvSpPr>
          <p:cNvPr id="14" name="text-5-14">
            <a:extLst xmlns:a="http://schemas.openxmlformats.org/drawingml/2006/main">
              <a:ext uri="{FF2B5EF4-FFF2-40B4-BE49-F238E27FC236}">
                <a16:creationId xmlns:a16="http://schemas.microsoft.com/office/drawing/2014/main" id="{CAFECA19-8C78-4649-A746-DF37C24FC4D5}"/>
              </a:ext>
            </a:extLst>
          </p:cNvPr>
          <p:cNvSpPr>
            <a:spLocks xmlns:a="http://schemas.openxmlformats.org/drawingml/2006/main" noGrp="1"/>
          </p:cNvSpPr>
          <p:nvPr/>
        </p:nvSpPr>
        <p:spPr>
          <a:xfrm xmlns:a="http://schemas.openxmlformats.org/drawingml/2006/main">
            <a:off x="3981450" y="46101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Which captured state and committed action position?</a:t>
            </a:r>
          </a:p>
        </p:txBody>
      </p:sp>
      <p:sp>
        <p:nvSpPr>
          <p:cNvPr id="15" name="rect-5-15">
            <a:extLst xmlns:a="http://schemas.openxmlformats.org/drawingml/2006/main">
              <a:ext uri="{FF2B5EF4-FFF2-40B4-BE49-F238E27FC236}">
                <a16:creationId xmlns:a16="http://schemas.microsoft.com/office/drawing/2014/main" id="{CA4527DC-4BF7-41A7-96E7-1BCA91859273}"/>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6" name="text-5-16">
            <a:extLst xmlns:a="http://schemas.openxmlformats.org/drawingml/2006/main">
              <a:ext uri="{FF2B5EF4-FFF2-40B4-BE49-F238E27FC236}">
                <a16:creationId xmlns:a16="http://schemas.microsoft.com/office/drawing/2014/main" id="{0161230E-BBED-4449-AB66-72C586A10ACB}"/>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Client monotonic time answers “how old?”; the action cursor answers “how much was committed?”</a:t>
            </a:r>
          </a:p>
        </p:txBody>
      </p:sp>
      <p:sp>
        <p:nvSpPr>
          <p:cNvPr id="17" name="text-5-17">
            <a:extLst xmlns:a="http://schemas.openxmlformats.org/drawingml/2006/main">
              <a:ext uri="{FF2B5EF4-FFF2-40B4-BE49-F238E27FC236}">
                <a16:creationId xmlns:a16="http://schemas.microsoft.com/office/drawing/2014/main" id="{3D64D02E-1E47-41CC-ACCA-2731F37B2D33}"/>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05</a:t>
            </a:r>
          </a:p>
        </p:txBody>
      </p:sp>
    </p:spTree>
    <p:extLst>
      <p:ext uri="{BB962C8B-B14F-4D97-AF65-F5344CB8AC3E}">
        <p14:creationId xmlns:p14="http://schemas.microsoft.com/office/powerpoint/2010/main" val="977368489"/>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6-1">
            <a:extLst xmlns:a="http://schemas.openxmlformats.org/drawingml/2006/main">
              <a:ext uri="{FF2B5EF4-FFF2-40B4-BE49-F238E27FC236}">
                <a16:creationId xmlns:a16="http://schemas.microsoft.com/office/drawing/2014/main" id="{FFAD5FDE-286F-46DB-AEF9-F4798B67E2BE}"/>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6-2">
            <a:extLst xmlns:a="http://schemas.openxmlformats.org/drawingml/2006/main">
              <a:ext uri="{FF2B5EF4-FFF2-40B4-BE49-F238E27FC236}">
                <a16:creationId xmlns:a16="http://schemas.microsoft.com/office/drawing/2014/main" id="{AF15F06F-52DD-4D6A-90D0-B348C7AB1851}"/>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Admission establishes a complete contract</a:t>
            </a:r>
          </a:p>
        </p:txBody>
      </p:sp>
      <p:sp>
        <p:nvSpPr>
          <p:cNvPr id="3" name="text-6-3">
            <a:extLst xmlns:a="http://schemas.openxmlformats.org/drawingml/2006/main">
              <a:ext uri="{FF2B5EF4-FFF2-40B4-BE49-F238E27FC236}">
                <a16:creationId xmlns:a16="http://schemas.microsoft.com/office/drawing/2014/main" id="{96B852C0-6F6F-4A51-AA6D-ED3A5B5D7719}"/>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Description, negotiation and readiness all happen before action requests.</a:t>
            </a:r>
          </a:p>
        </p:txBody>
      </p:sp>
      <p:sp>
        <p:nvSpPr>
          <p:cNvPr id="4" name="rect-6-4">
            <a:extLst xmlns:a="http://schemas.openxmlformats.org/drawingml/2006/main">
              <a:ext uri="{FF2B5EF4-FFF2-40B4-BE49-F238E27FC236}">
                <a16:creationId xmlns:a16="http://schemas.microsoft.com/office/drawing/2014/main" id="{B7006E03-9728-423F-AACD-28890C21FE9C}"/>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6-5">
            <a:extLst xmlns:a="http://schemas.openxmlformats.org/drawingml/2006/main">
              <a:ext uri="{FF2B5EF4-FFF2-40B4-BE49-F238E27FC236}">
                <a16:creationId xmlns:a16="http://schemas.microsoft.com/office/drawing/2014/main" id="{46760396-B21A-4680-93AB-E93E2A074B09}"/>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Describe</a:t>
            </a:r>
          </a:p>
        </p:txBody>
      </p:sp>
      <p:sp>
        <p:nvSpPr>
          <p:cNvPr id="6" name="text-6-6">
            <a:extLst xmlns:a="http://schemas.openxmlformats.org/drawingml/2006/main">
              <a:ext uri="{FF2B5EF4-FFF2-40B4-BE49-F238E27FC236}">
                <a16:creationId xmlns:a16="http://schemas.microsoft.com/office/drawing/2014/main" id="{0647FDCA-1705-4E79-B986-411ED163C82D}"/>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protocol + build</a:t>
            </a:r>
          </a:p>
        </p:txBody>
      </p:sp>
      <p:sp>
        <p:nvSpPr>
          <p:cNvPr id="7" name="text-6-7">
            <a:extLst xmlns:a="http://schemas.openxmlformats.org/drawingml/2006/main">
              <a:ext uri="{FF2B5EF4-FFF2-40B4-BE49-F238E27FC236}">
                <a16:creationId xmlns:a16="http://schemas.microsoft.com/office/drawing/2014/main" id="{37502117-2884-4F14-B115-43F0BC05A989}"/>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capabilities + schema</a:t>
            </a:r>
          </a:p>
        </p:txBody>
      </p:sp>
      <p:sp>
        <p:nvSpPr>
          <p:cNvPr id="8" name="text-6-8">
            <a:extLst xmlns:a="http://schemas.openxmlformats.org/drawingml/2006/main">
              <a:ext uri="{FF2B5EF4-FFF2-40B4-BE49-F238E27FC236}">
                <a16:creationId xmlns:a16="http://schemas.microsoft.com/office/drawing/2014/main" id="{2F7D6579-9E63-40F9-8437-FEAC5E4C839D}"/>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6-9">
            <a:extLst xmlns:a="http://schemas.openxmlformats.org/drawingml/2006/main">
              <a:ext uri="{FF2B5EF4-FFF2-40B4-BE49-F238E27FC236}">
                <a16:creationId xmlns:a16="http://schemas.microsoft.com/office/drawing/2014/main" id="{7506D924-9D46-452E-9F9E-0B76681A0667}"/>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6-10">
            <a:extLst xmlns:a="http://schemas.openxmlformats.org/drawingml/2006/main">
              <a:ext uri="{FF2B5EF4-FFF2-40B4-BE49-F238E27FC236}">
                <a16:creationId xmlns:a16="http://schemas.microsoft.com/office/drawing/2014/main" id="{A0E99FB1-6F66-47D0-8EB1-A18A9AC22FDA}"/>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Validate</a:t>
            </a:r>
          </a:p>
        </p:txBody>
      </p:sp>
      <p:sp>
        <p:nvSpPr>
          <p:cNvPr id="11" name="text-6-11">
            <a:extLst xmlns:a="http://schemas.openxmlformats.org/drawingml/2006/main">
              <a:ext uri="{FF2B5EF4-FFF2-40B4-BE49-F238E27FC236}">
                <a16:creationId xmlns:a16="http://schemas.microsoft.com/office/drawing/2014/main" id="{129C1667-6F99-4688-BC66-09E529CC5406}"/>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rate + semantics</a:t>
            </a:r>
          </a:p>
        </p:txBody>
      </p:sp>
      <p:sp>
        <p:nvSpPr>
          <p:cNvPr id="12" name="text-6-12">
            <a:extLst xmlns:a="http://schemas.openxmlformats.org/drawingml/2006/main">
              <a:ext uri="{FF2B5EF4-FFF2-40B4-BE49-F238E27FC236}">
                <a16:creationId xmlns:a16="http://schemas.microsoft.com/office/drawing/2014/main" id="{B0D49547-AA88-4E07-82BE-FB80E84D02E4}"/>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mode + merge</a:t>
            </a:r>
          </a:p>
        </p:txBody>
      </p:sp>
      <p:sp>
        <p:nvSpPr>
          <p:cNvPr id="13" name="text-6-13">
            <a:extLst xmlns:a="http://schemas.openxmlformats.org/drawingml/2006/main">
              <a:ext uri="{FF2B5EF4-FFF2-40B4-BE49-F238E27FC236}">
                <a16:creationId xmlns:a16="http://schemas.microsoft.com/office/drawing/2014/main" id="{49FA52E8-2EC7-4165-B6C5-378CA640FCBF}"/>
              </a:ext>
            </a:extLst>
          </p:cNvPr>
          <p:cNvSpPr>
            <a:spLocks xmlns:a="http://schemas.openxmlformats.org/drawingml/2006/main" noGrp="1"/>
          </p:cNvSpPr>
          <p:nvPr/>
        </p:nvSpPr>
        <p:spPr>
          <a:xfrm xmlns:a="http://schemas.openxmlformats.org/drawingml/2006/main">
            <a:off x="3629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settings</a:t>
            </a:r>
          </a:p>
        </p:txBody>
      </p:sp>
      <p:sp>
        <p:nvSpPr>
          <p:cNvPr id="14" name="text-6-14">
            <a:extLst xmlns:a="http://schemas.openxmlformats.org/drawingml/2006/main">
              <a:ext uri="{FF2B5EF4-FFF2-40B4-BE49-F238E27FC236}">
                <a16:creationId xmlns:a16="http://schemas.microsoft.com/office/drawing/2014/main" id="{34FBC792-9B65-4D87-98FA-DE775E67453E}"/>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5" name="rect-6-15">
            <a:extLst xmlns:a="http://schemas.openxmlformats.org/drawingml/2006/main">
              <a:ext uri="{FF2B5EF4-FFF2-40B4-BE49-F238E27FC236}">
                <a16:creationId xmlns:a16="http://schemas.microsoft.com/office/drawing/2014/main" id="{FD2BB478-89D6-4E60-B173-CB45382FD09B}"/>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6" name="text-6-16">
            <a:extLst xmlns:a="http://schemas.openxmlformats.org/drawingml/2006/main">
              <a:ext uri="{FF2B5EF4-FFF2-40B4-BE49-F238E27FC236}">
                <a16:creationId xmlns:a16="http://schemas.microsoft.com/office/drawing/2014/main" id="{29841E57-F7F1-4036-81F6-8944FA5D0531}"/>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Open</a:t>
            </a:r>
          </a:p>
        </p:txBody>
      </p:sp>
      <p:sp>
        <p:nvSpPr>
          <p:cNvPr id="17" name="text-6-17">
            <a:extLst xmlns:a="http://schemas.openxmlformats.org/drawingml/2006/main">
              <a:ext uri="{FF2B5EF4-FFF2-40B4-BE49-F238E27FC236}">
                <a16:creationId xmlns:a16="http://schemas.microsoft.com/office/drawing/2014/main" id="{DAF4522A-0193-4E5E-81E9-843AF82340DE}"/>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reserve owner</a:t>
            </a:r>
          </a:p>
        </p:txBody>
      </p:sp>
      <p:sp>
        <p:nvSpPr>
          <p:cNvPr id="18" name="text-6-18">
            <a:extLst xmlns:a="http://schemas.openxmlformats.org/drawingml/2006/main">
              <a:ext uri="{FF2B5EF4-FFF2-40B4-BE49-F238E27FC236}">
                <a16:creationId xmlns:a16="http://schemas.microsoft.com/office/drawing/2014/main" id="{DF89CF09-E073-47B4-A5FB-4C615A7C7E28}"/>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reset through worker</a:t>
            </a:r>
          </a:p>
        </p:txBody>
      </p:sp>
      <p:sp>
        <p:nvSpPr>
          <p:cNvPr id="19" name="text-6-19">
            <a:extLst xmlns:a="http://schemas.openxmlformats.org/drawingml/2006/main">
              <a:ext uri="{FF2B5EF4-FFF2-40B4-BE49-F238E27FC236}">
                <a16:creationId xmlns:a16="http://schemas.microsoft.com/office/drawing/2014/main" id="{64294CCC-98F3-454A-962E-7B968C5AF8AA}"/>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0" name="rect-6-20">
            <a:extLst xmlns:a="http://schemas.openxmlformats.org/drawingml/2006/main">
              <a:ext uri="{FF2B5EF4-FFF2-40B4-BE49-F238E27FC236}">
                <a16:creationId xmlns:a16="http://schemas.microsoft.com/office/drawing/2014/main" id="{879AAC21-D308-45A4-A13D-A223CD8EDEB5}"/>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1" name="text-6-21">
            <a:extLst xmlns:a="http://schemas.openxmlformats.org/drawingml/2006/main">
              <a:ext uri="{FF2B5EF4-FFF2-40B4-BE49-F238E27FC236}">
                <a16:creationId xmlns:a16="http://schemas.microsoft.com/office/drawing/2014/main" id="{BB800570-F18D-42C8-B7C3-47260F6A98DF}"/>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Ready</a:t>
            </a:r>
          </a:p>
        </p:txBody>
      </p:sp>
      <p:sp>
        <p:nvSpPr>
          <p:cNvPr id="22" name="text-6-22">
            <a:extLst xmlns:a="http://schemas.openxmlformats.org/drawingml/2006/main">
              <a:ext uri="{FF2B5EF4-FFF2-40B4-BE49-F238E27FC236}">
                <a16:creationId xmlns:a16="http://schemas.microsoft.com/office/drawing/2014/main" id="{0DE46D31-28FA-4E0E-89F1-3201354E0BE3}"/>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bind session channels</a:t>
            </a:r>
          </a:p>
        </p:txBody>
      </p:sp>
      <p:sp>
        <p:nvSpPr>
          <p:cNvPr id="23" name="text-6-23">
            <a:extLst xmlns:a="http://schemas.openxmlformats.org/drawingml/2006/main">
              <a:ext uri="{FF2B5EF4-FFF2-40B4-BE49-F238E27FC236}">
                <a16:creationId xmlns:a16="http://schemas.microsoft.com/office/drawing/2014/main" id="{FA08627D-778A-47C4-8DED-C8DEC1ED7A28}"/>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confirm subscribers</a:t>
            </a:r>
          </a:p>
        </p:txBody>
      </p:sp>
      <p:sp>
        <p:nvSpPr>
          <p:cNvPr id="24" name="rect-6-24">
            <a:extLst xmlns:a="http://schemas.openxmlformats.org/drawingml/2006/main">
              <a:ext uri="{FF2B5EF4-FFF2-40B4-BE49-F238E27FC236}">
                <a16:creationId xmlns:a16="http://schemas.microsoft.com/office/drawing/2014/main" id="{A0C60637-7AB8-4F9A-AA2B-061A573EC383}"/>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6-25">
            <a:extLst xmlns:a="http://schemas.openxmlformats.org/drawingml/2006/main">
              <a:ext uri="{FF2B5EF4-FFF2-40B4-BE49-F238E27FC236}">
                <a16:creationId xmlns:a16="http://schemas.microsoft.com/office/drawing/2014/main" id="{95CAE6BC-8810-41A6-9303-8C792058E781}"/>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Version logs help diagnosis. Protocol and capability checks determine compatibility.</a:t>
            </a:r>
          </a:p>
        </p:txBody>
      </p:sp>
      <p:sp>
        <p:nvSpPr>
          <p:cNvPr id="26" name="text-6-26">
            <a:extLst xmlns:a="http://schemas.openxmlformats.org/drawingml/2006/main">
              <a:ext uri="{FF2B5EF4-FFF2-40B4-BE49-F238E27FC236}">
                <a16:creationId xmlns:a16="http://schemas.microsoft.com/office/drawing/2014/main" id="{8F21D3C4-64FC-480C-B3BC-525B5C6328E1}"/>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06</a:t>
            </a:r>
          </a:p>
        </p:txBody>
      </p:sp>
    </p:spTree>
    <p:extLst>
      <p:ext uri="{BB962C8B-B14F-4D97-AF65-F5344CB8AC3E}">
        <p14:creationId xmlns:p14="http://schemas.microsoft.com/office/powerpoint/2010/main" val="647771213"/>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7-1">
            <a:extLst xmlns:a="http://schemas.openxmlformats.org/drawingml/2006/main">
              <a:ext uri="{FF2B5EF4-FFF2-40B4-BE49-F238E27FC236}">
                <a16:creationId xmlns:a16="http://schemas.microsoft.com/office/drawing/2014/main" id="{B9D28EF5-9419-4AA2-8E8C-3FCBC2757A7F}"/>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7-2">
            <a:extLst xmlns:a="http://schemas.openxmlformats.org/drawingml/2006/main">
              <a:ext uri="{FF2B5EF4-FFF2-40B4-BE49-F238E27FC236}">
                <a16:creationId xmlns:a16="http://schemas.microsoft.com/office/drawing/2014/main" id="{9ED5229C-DB38-41D3-9AED-D66EE54A4E5D}"/>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 control tick never waits for inference</a:t>
            </a:r>
          </a:p>
        </p:txBody>
      </p:sp>
      <p:sp>
        <p:nvSpPr>
          <p:cNvPr id="3" name="text-7-3">
            <a:extLst xmlns:a="http://schemas.openxmlformats.org/drawingml/2006/main">
              <a:ext uri="{FF2B5EF4-FFF2-40B4-BE49-F238E27FC236}">
                <a16:creationId xmlns:a16="http://schemas.microsoft.com/office/drawing/2014/main" id="{AB9C3D3C-AE1A-425E-B564-FB8389FB9981}"/>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strategy offers an observation, then dispatches only permitted local motion.</a:t>
            </a:r>
          </a:p>
        </p:txBody>
      </p:sp>
      <p:sp>
        <p:nvSpPr>
          <p:cNvPr id="4" name="rect-7-4">
            <a:extLst xmlns:a="http://schemas.openxmlformats.org/drawingml/2006/main">
              <a:ext uri="{FF2B5EF4-FFF2-40B4-BE49-F238E27FC236}">
                <a16:creationId xmlns:a16="http://schemas.microsoft.com/office/drawing/2014/main" id="{06476064-0166-49E9-80C2-64F785C19773}"/>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7-5">
            <a:extLst xmlns:a="http://schemas.openxmlformats.org/drawingml/2006/main">
              <a:ext uri="{FF2B5EF4-FFF2-40B4-BE49-F238E27FC236}">
                <a16:creationId xmlns:a16="http://schemas.microsoft.com/office/drawing/2014/main" id="{188F6EB7-EB1B-4DF3-975C-9CB8977DDFA3}"/>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Observe</a:t>
            </a:r>
          </a:p>
        </p:txBody>
      </p:sp>
      <p:sp>
        <p:nvSpPr>
          <p:cNvPr id="6" name="text-7-6">
            <a:extLst xmlns:a="http://schemas.openxmlformats.org/drawingml/2006/main">
              <a:ext uri="{FF2B5EF4-FFF2-40B4-BE49-F238E27FC236}">
                <a16:creationId xmlns:a16="http://schemas.microsoft.com/office/drawing/2014/main" id="{E435A168-8909-4858-9232-570C4AA39900}"/>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hardware sample</a:t>
            </a:r>
          </a:p>
        </p:txBody>
      </p:sp>
      <p:sp>
        <p:nvSpPr>
          <p:cNvPr id="7" name="text-7-7">
            <a:extLst xmlns:a="http://schemas.openxmlformats.org/drawingml/2006/main">
              <a:ext uri="{FF2B5EF4-FFF2-40B4-BE49-F238E27FC236}">
                <a16:creationId xmlns:a16="http://schemas.microsoft.com/office/drawing/2014/main" id="{8F89FCF3-9329-4071-9E47-A3B257A71E27}"/>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robot processing</a:t>
            </a:r>
          </a:p>
        </p:txBody>
      </p:sp>
      <p:sp>
        <p:nvSpPr>
          <p:cNvPr id="8" name="text-7-8">
            <a:extLst xmlns:a="http://schemas.openxmlformats.org/drawingml/2006/main">
              <a:ext uri="{FF2B5EF4-FFF2-40B4-BE49-F238E27FC236}">
                <a16:creationId xmlns:a16="http://schemas.microsoft.com/office/drawing/2014/main" id="{837DA0EF-073A-4FC8-9884-885D81A38646}"/>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7-9">
            <a:extLst xmlns:a="http://schemas.openxmlformats.org/drawingml/2006/main">
              <a:ext uri="{FF2B5EF4-FFF2-40B4-BE49-F238E27FC236}">
                <a16:creationId xmlns:a16="http://schemas.microsoft.com/office/drawing/2014/main" id="{FA3CC496-5F9A-4762-9494-2C345F529E22}"/>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7-10">
            <a:extLst xmlns:a="http://schemas.openxmlformats.org/drawingml/2006/main">
              <a:ext uri="{FF2B5EF4-FFF2-40B4-BE49-F238E27FC236}">
                <a16:creationId xmlns:a16="http://schemas.microsoft.com/office/drawing/2014/main" id="{D6F4CD34-E794-4255-8F2A-D6F72FE78958}"/>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Anchor</a:t>
            </a:r>
          </a:p>
        </p:txBody>
      </p:sp>
      <p:sp>
        <p:nvSpPr>
          <p:cNvPr id="11" name="text-7-11">
            <a:extLst xmlns:a="http://schemas.openxmlformats.org/drawingml/2006/main">
              <a:ext uri="{FF2B5EF4-FFF2-40B4-BE49-F238E27FC236}">
                <a16:creationId xmlns:a16="http://schemas.microsoft.com/office/drawing/2014/main" id="{E78AB1FC-B14F-4744-B0E7-859F5B08C281}"/>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notify_observation</a:t>
            </a:r>
          </a:p>
        </p:txBody>
      </p:sp>
      <p:sp>
        <p:nvSpPr>
          <p:cNvPr id="12" name="text-7-12">
            <a:extLst xmlns:a="http://schemas.openxmlformats.org/drawingml/2006/main">
              <a:ext uri="{FF2B5EF4-FFF2-40B4-BE49-F238E27FC236}">
                <a16:creationId xmlns:a16="http://schemas.microsoft.com/office/drawing/2014/main" id="{1D7DF6A1-601A-4C44-A12F-AFB4F7E3F800}"/>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latest snapshot</a:t>
            </a:r>
          </a:p>
        </p:txBody>
      </p:sp>
      <p:sp>
        <p:nvSpPr>
          <p:cNvPr id="13" name="text-7-13">
            <a:extLst xmlns:a="http://schemas.openxmlformats.org/drawingml/2006/main">
              <a:ext uri="{FF2B5EF4-FFF2-40B4-BE49-F238E27FC236}">
                <a16:creationId xmlns:a16="http://schemas.microsoft.com/office/drawing/2014/main" id="{A8D19A33-23B6-44C1-B4C1-A36E44813A06}"/>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4" name="rect-7-14">
            <a:extLst xmlns:a="http://schemas.openxmlformats.org/drawingml/2006/main">
              <a:ext uri="{FF2B5EF4-FFF2-40B4-BE49-F238E27FC236}">
                <a16:creationId xmlns:a16="http://schemas.microsoft.com/office/drawing/2014/main" id="{27D3CD93-A99B-467E-8090-76B532D9D39C}"/>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5" name="text-7-15">
            <a:extLst xmlns:a="http://schemas.openxmlformats.org/drawingml/2006/main">
              <a:ext uri="{FF2B5EF4-FFF2-40B4-BE49-F238E27FC236}">
                <a16:creationId xmlns:a16="http://schemas.microsoft.com/office/drawing/2014/main" id="{D21E11CF-6AF1-4377-9D66-299BB526A926}"/>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Commit</a:t>
            </a:r>
          </a:p>
        </p:txBody>
      </p:sp>
      <p:sp>
        <p:nvSpPr>
          <p:cNvPr id="16" name="text-7-16">
            <a:extLst xmlns:a="http://schemas.openxmlformats.org/drawingml/2006/main">
              <a:ext uri="{FF2B5EF4-FFF2-40B4-BE49-F238E27FC236}">
                <a16:creationId xmlns:a16="http://schemas.microsoft.com/office/drawing/2014/main" id="{ED08FC8F-3586-4C68-9647-8A5861DEC16F}"/>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get_action / pop</a:t>
            </a:r>
          </a:p>
        </p:txBody>
      </p:sp>
      <p:sp>
        <p:nvSpPr>
          <p:cNvPr id="17" name="text-7-17">
            <a:extLst xmlns:a="http://schemas.openxmlformats.org/drawingml/2006/main">
              <a:ext uri="{FF2B5EF4-FFF2-40B4-BE49-F238E27FC236}">
                <a16:creationId xmlns:a16="http://schemas.microsoft.com/office/drawing/2014/main" id="{5BB8FCC7-36E3-444E-BDAC-17446AB0EAFF}"/>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only if needed</a:t>
            </a:r>
          </a:p>
        </p:txBody>
      </p:sp>
      <p:sp>
        <p:nvSpPr>
          <p:cNvPr id="18" name="text-7-18">
            <a:extLst xmlns:a="http://schemas.openxmlformats.org/drawingml/2006/main">
              <a:ext uri="{FF2B5EF4-FFF2-40B4-BE49-F238E27FC236}">
                <a16:creationId xmlns:a16="http://schemas.microsoft.com/office/drawing/2014/main" id="{1936D2EC-5651-4434-B9D6-C01E00C4DFDE}"/>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9" name="rect-7-19">
            <a:extLst xmlns:a="http://schemas.openxmlformats.org/drawingml/2006/main">
              <a:ext uri="{FF2B5EF4-FFF2-40B4-BE49-F238E27FC236}">
                <a16:creationId xmlns:a16="http://schemas.microsoft.com/office/drawing/2014/main" id="{D6BD7A9C-8578-48E1-B1EA-932FAA3094D3}"/>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0" name="text-7-20">
            <a:extLst xmlns:a="http://schemas.openxmlformats.org/drawingml/2006/main">
              <a:ext uri="{FF2B5EF4-FFF2-40B4-BE49-F238E27FC236}">
                <a16:creationId xmlns:a16="http://schemas.microsoft.com/office/drawing/2014/main" id="{63CE8246-7302-408C-85B1-F9006113C568}"/>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Dispatch</a:t>
            </a:r>
          </a:p>
        </p:txBody>
      </p:sp>
      <p:sp>
        <p:nvSpPr>
          <p:cNvPr id="21" name="text-7-21">
            <a:extLst xmlns:a="http://schemas.openxmlformats.org/drawingml/2006/main">
              <a:ext uri="{FF2B5EF4-FFF2-40B4-BE49-F238E27FC236}">
                <a16:creationId xmlns:a16="http://schemas.microsoft.com/office/drawing/2014/main" id="{396422A4-06CA-483F-8947-9477524B3B68}"/>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interpolate + recheck</a:t>
            </a:r>
          </a:p>
        </p:txBody>
      </p:sp>
      <p:sp>
        <p:nvSpPr>
          <p:cNvPr id="22" name="text-7-22">
            <a:extLst xmlns:a="http://schemas.openxmlformats.org/drawingml/2006/main">
              <a:ext uri="{FF2B5EF4-FFF2-40B4-BE49-F238E27FC236}">
                <a16:creationId xmlns:a16="http://schemas.microsoft.com/office/drawing/2014/main" id="{AC8FA0A4-B6D4-4B2F-AD3A-49FFA2AA62B3}"/>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robot processor +</a:t>
            </a:r>
          </a:p>
        </p:txBody>
      </p:sp>
      <p:sp>
        <p:nvSpPr>
          <p:cNvPr id="23" name="text-7-23">
            <a:extLst xmlns:a="http://schemas.openxmlformats.org/drawingml/2006/main">
              <a:ext uri="{FF2B5EF4-FFF2-40B4-BE49-F238E27FC236}">
                <a16:creationId xmlns:a16="http://schemas.microsoft.com/office/drawing/2014/main" id="{57CB51CF-5593-490B-8F10-AC7F2E400BC6}"/>
              </a:ext>
            </a:extLst>
          </p:cNvPr>
          <p:cNvSpPr>
            <a:spLocks xmlns:a="http://schemas.openxmlformats.org/drawingml/2006/main" noGrp="1"/>
          </p:cNvSpPr>
          <p:nvPr/>
        </p:nvSpPr>
        <p:spPr>
          <a:xfrm xmlns:a="http://schemas.openxmlformats.org/drawingml/2006/main">
            <a:off x="9344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send</a:t>
            </a:r>
          </a:p>
        </p:txBody>
      </p:sp>
      <p:sp>
        <p:nvSpPr>
          <p:cNvPr id="24" name="rect-7-24">
            <a:extLst xmlns:a="http://schemas.openxmlformats.org/drawingml/2006/main">
              <a:ext uri="{FF2B5EF4-FFF2-40B4-BE49-F238E27FC236}">
                <a16:creationId xmlns:a16="http://schemas.microsoft.com/office/drawing/2014/main" id="{C7DDA138-AADA-4117-B362-7F99CB006444}"/>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7-25">
            <a:extLst xmlns:a="http://schemas.openxmlformats.org/drawingml/2006/main">
              <a:ext uri="{FF2B5EF4-FFF2-40B4-BE49-F238E27FC236}">
                <a16:creationId xmlns:a16="http://schemas.microsoft.com/office/drawing/2014/main" id="{E3D6FFB4-E4C7-4F55-99E0-28E25187F24E}"/>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Observation anchoring precedes the next policy-endpoint commitment on the same thread.</a:t>
            </a:r>
          </a:p>
        </p:txBody>
      </p:sp>
      <p:sp>
        <p:nvSpPr>
          <p:cNvPr id="26" name="text-7-26">
            <a:extLst xmlns:a="http://schemas.openxmlformats.org/drawingml/2006/main">
              <a:ext uri="{FF2B5EF4-FFF2-40B4-BE49-F238E27FC236}">
                <a16:creationId xmlns:a16="http://schemas.microsoft.com/office/drawing/2014/main" id="{F2C046B3-B5E9-4507-AC27-24068FDE6694}"/>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07</a:t>
            </a:r>
          </a:p>
        </p:txBody>
      </p:sp>
    </p:spTree>
    <p:extLst>
      <p:ext uri="{BB962C8B-B14F-4D97-AF65-F5344CB8AC3E}">
        <p14:creationId xmlns:p14="http://schemas.microsoft.com/office/powerpoint/2010/main" val="1757151975"/>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9" name="text-8-1">
            <a:extLst xmlns:a="http://schemas.openxmlformats.org/drawingml/2006/main">
              <a:ext uri="{FF2B5EF4-FFF2-40B4-BE49-F238E27FC236}">
                <a16:creationId xmlns:a16="http://schemas.microsoft.com/office/drawing/2014/main" id="{438C61B4-13B7-4B27-95F1-37B3B7C038B1}"/>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8-2">
            <a:extLst xmlns:a="http://schemas.openxmlformats.org/drawingml/2006/main">
              <a:ext uri="{FF2B5EF4-FFF2-40B4-BE49-F238E27FC236}">
                <a16:creationId xmlns:a16="http://schemas.microsoft.com/office/drawing/2014/main" id="{282CDE41-B985-44D1-9EEE-6DD46434EC8C}"/>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Concurrency is deliberately bounded</a:t>
            </a:r>
          </a:p>
        </p:txBody>
      </p:sp>
      <p:sp>
        <p:nvSpPr>
          <p:cNvPr id="3" name="text-8-3">
            <a:extLst xmlns:a="http://schemas.openxmlformats.org/drawingml/2006/main">
              <a:ext uri="{FF2B5EF4-FFF2-40B4-BE49-F238E27FC236}">
                <a16:creationId xmlns:a16="http://schemas.microsoft.com/office/drawing/2014/main" id="{447FC50C-6A44-40CB-8DC0-D3DB7BA71F03}"/>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New observations replace the waiting snapshot; they do not form a backlog.</a:t>
            </a:r>
          </a:p>
        </p:txBody>
      </p:sp>
      <p:sp>
        <p:nvSpPr>
          <p:cNvPr id="4" name="rect-8-4">
            <a:extLst xmlns:a="http://schemas.openxmlformats.org/drawingml/2006/main">
              <a:ext uri="{FF2B5EF4-FFF2-40B4-BE49-F238E27FC236}">
                <a16:creationId xmlns:a16="http://schemas.microsoft.com/office/drawing/2014/main" id="{753A1DB1-5700-48BB-BC91-4556038EAA90}"/>
              </a:ext>
            </a:extLst>
          </p:cNvPr>
          <p:cNvSpPr>
            <a:spLocks xmlns:a="http://schemas.openxmlformats.org/drawingml/2006/main" noGrp="1"/>
          </p:cNvSpPr>
          <p:nvPr/>
        </p:nvSpPr>
        <p:spPr>
          <a:xfrm xmlns:a="http://schemas.openxmlformats.org/drawingml/2006/main">
            <a:off x="609600" y="21431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5" name="text-8-5">
            <a:extLst xmlns:a="http://schemas.openxmlformats.org/drawingml/2006/main">
              <a:ext uri="{FF2B5EF4-FFF2-40B4-BE49-F238E27FC236}">
                <a16:creationId xmlns:a16="http://schemas.microsoft.com/office/drawing/2014/main" id="{0C0816EE-A257-437C-AA06-569C7430AD36}"/>
              </a:ext>
            </a:extLst>
          </p:cNvPr>
          <p:cNvSpPr>
            <a:spLocks xmlns:a="http://schemas.openxmlformats.org/drawingml/2006/main" noGrp="1"/>
          </p:cNvSpPr>
          <p:nvPr/>
        </p:nvSpPr>
        <p:spPr>
          <a:xfrm xmlns:a="http://schemas.openxmlformats.org/drawingml/2006/main">
            <a:off x="609600" y="23526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Control thread</a:t>
            </a:r>
          </a:p>
        </p:txBody>
      </p:sp>
      <p:sp>
        <p:nvSpPr>
          <p:cNvPr id="6" name="text-8-6">
            <a:extLst xmlns:a="http://schemas.openxmlformats.org/drawingml/2006/main">
              <a:ext uri="{FF2B5EF4-FFF2-40B4-BE49-F238E27FC236}">
                <a16:creationId xmlns:a16="http://schemas.microsoft.com/office/drawing/2014/main" id="{6B7C3EE4-56D1-484E-97C2-A5A66B52BBF4}"/>
              </a:ext>
            </a:extLst>
          </p:cNvPr>
          <p:cNvSpPr>
            <a:spLocks xmlns:a="http://schemas.openxmlformats.org/drawingml/2006/main" noGrp="1"/>
          </p:cNvSpPr>
          <p:nvPr/>
        </p:nvSpPr>
        <p:spPr>
          <a:xfrm xmlns:a="http://schemas.openxmlformats.org/drawingml/2006/main">
            <a:off x="2667000" y="23241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latest observation slot → ChunkRuntime / ActionQueue</a:t>
            </a:r>
          </a:p>
        </p:txBody>
      </p:sp>
      <p:sp>
        <p:nvSpPr>
          <p:cNvPr id="7" name="text-8-7">
            <a:extLst xmlns:a="http://schemas.openxmlformats.org/drawingml/2006/main">
              <a:ext uri="{FF2B5EF4-FFF2-40B4-BE49-F238E27FC236}">
                <a16:creationId xmlns:a16="http://schemas.microsoft.com/office/drawing/2014/main" id="{3F809C96-A272-4BF5-BC9F-0373C8BE40DA}"/>
              </a:ext>
            </a:extLst>
          </p:cNvPr>
          <p:cNvSpPr>
            <a:spLocks xmlns:a="http://schemas.openxmlformats.org/drawingml/2006/main" noGrp="1"/>
          </p:cNvSpPr>
          <p:nvPr/>
        </p:nvSpPr>
        <p:spPr>
          <a:xfrm xmlns:a="http://schemas.openxmlformats.org/drawingml/2006/main">
            <a:off x="2667000" y="27384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Short shared-state operations; local permission checked each motor tick.</a:t>
            </a:r>
          </a:p>
        </p:txBody>
      </p:sp>
      <p:sp>
        <p:nvSpPr>
          <p:cNvPr id="8" name="rect-8-8">
            <a:extLst xmlns:a="http://schemas.openxmlformats.org/drawingml/2006/main">
              <a:ext uri="{FF2B5EF4-FFF2-40B4-BE49-F238E27FC236}">
                <a16:creationId xmlns:a16="http://schemas.microsoft.com/office/drawing/2014/main" id="{458B2564-8D25-476E-AC8F-4B8BFFF86648}"/>
              </a:ext>
            </a:extLst>
          </p:cNvPr>
          <p:cNvSpPr>
            <a:spLocks xmlns:a="http://schemas.openxmlformats.org/drawingml/2006/main" noGrp="1"/>
          </p:cNvSpPr>
          <p:nvPr/>
        </p:nvSpPr>
        <p:spPr>
          <a:xfrm xmlns:a="http://schemas.openxmlformats.org/drawingml/2006/main">
            <a:off x="609600" y="32099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9" name="text-8-9">
            <a:extLst xmlns:a="http://schemas.openxmlformats.org/drawingml/2006/main">
              <a:ext uri="{FF2B5EF4-FFF2-40B4-BE49-F238E27FC236}">
                <a16:creationId xmlns:a16="http://schemas.microsoft.com/office/drawing/2014/main" id="{A215C338-FEA7-4AC8-860A-20D4B27896CF}"/>
              </a:ext>
            </a:extLst>
          </p:cNvPr>
          <p:cNvSpPr>
            <a:spLocks xmlns:a="http://schemas.openxmlformats.org/drawingml/2006/main" noGrp="1"/>
          </p:cNvSpPr>
          <p:nvPr/>
        </p:nvSpPr>
        <p:spPr>
          <a:xfrm xmlns:a="http://schemas.openxmlformats.org/drawingml/2006/main">
            <a:off x="609600" y="34194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Client worker</a:t>
            </a:r>
          </a:p>
        </p:txBody>
      </p:sp>
      <p:sp>
        <p:nvSpPr>
          <p:cNvPr id="10" name="text-8-10">
            <a:extLst xmlns:a="http://schemas.openxmlformats.org/drawingml/2006/main">
              <a:ext uri="{FF2B5EF4-FFF2-40B4-BE49-F238E27FC236}">
                <a16:creationId xmlns:a16="http://schemas.microsoft.com/office/drawing/2014/main" id="{41FA784E-22CE-4DBF-B4F8-F271BBEB5329}"/>
              </a:ext>
            </a:extLst>
          </p:cNvPr>
          <p:cNvSpPr>
            <a:spLocks xmlns:a="http://schemas.openxmlformats.org/drawingml/2006/main" noGrp="1"/>
          </p:cNvSpPr>
          <p:nvPr/>
        </p:nvSpPr>
        <p:spPr>
          <a:xfrm xmlns:a="http://schemas.openxmlformats.org/drawingml/2006/main">
            <a:off x="2667000" y="33909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ordered control → eligible latest snapshot → infer → accept</a:t>
            </a:r>
          </a:p>
        </p:txBody>
      </p:sp>
      <p:sp>
        <p:nvSpPr>
          <p:cNvPr id="11" name="text-8-11">
            <a:extLst xmlns:a="http://schemas.openxmlformats.org/drawingml/2006/main">
              <a:ext uri="{FF2B5EF4-FFF2-40B4-BE49-F238E27FC236}">
                <a16:creationId xmlns:a16="http://schemas.microsoft.com/office/drawing/2014/main" id="{C256534D-0A87-423B-A316-1240223FDECC}"/>
              </a:ext>
            </a:extLst>
          </p:cNvPr>
          <p:cNvSpPr>
            <a:spLocks xmlns:a="http://schemas.openxmlformats.org/drawingml/2006/main" noGrp="1"/>
          </p:cNvSpPr>
          <p:nvPr/>
        </p:nvSpPr>
        <p:spPr>
          <a:xfrm xmlns:a="http://schemas.openxmlformats.org/drawingml/2006/main">
            <a:off x="2667000" y="38052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One inference in flight. Network waits happen here.</a:t>
            </a:r>
          </a:p>
        </p:txBody>
      </p:sp>
      <p:sp>
        <p:nvSpPr>
          <p:cNvPr id="12" name="rect-8-12">
            <a:extLst xmlns:a="http://schemas.openxmlformats.org/drawingml/2006/main">
              <a:ext uri="{FF2B5EF4-FFF2-40B4-BE49-F238E27FC236}">
                <a16:creationId xmlns:a16="http://schemas.microsoft.com/office/drawing/2014/main" id="{BF6C1B6B-66BD-46CC-9C99-9A7DD6FC7E76}"/>
              </a:ext>
            </a:extLst>
          </p:cNvPr>
          <p:cNvSpPr>
            <a:spLocks xmlns:a="http://schemas.openxmlformats.org/drawingml/2006/main" noGrp="1"/>
          </p:cNvSpPr>
          <p:nvPr/>
        </p:nvSpPr>
        <p:spPr>
          <a:xfrm xmlns:a="http://schemas.openxmlformats.org/drawingml/2006/main">
            <a:off x="609600" y="42767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3" name="text-8-13">
            <a:extLst xmlns:a="http://schemas.openxmlformats.org/drawingml/2006/main">
              <a:ext uri="{FF2B5EF4-FFF2-40B4-BE49-F238E27FC236}">
                <a16:creationId xmlns:a16="http://schemas.microsoft.com/office/drawing/2014/main" id="{2FB93A49-BA01-4EC9-8AE4-3F33168378C8}"/>
              </a:ext>
            </a:extLst>
          </p:cNvPr>
          <p:cNvSpPr>
            <a:spLocks xmlns:a="http://schemas.openxmlformats.org/drawingml/2006/main" noGrp="1"/>
          </p:cNvSpPr>
          <p:nvPr/>
        </p:nvSpPr>
        <p:spPr>
          <a:xfrm xmlns:a="http://schemas.openxmlformats.org/drawingml/2006/main">
            <a:off x="609600" y="44862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Server worker</a:t>
            </a:r>
          </a:p>
        </p:txBody>
      </p:sp>
      <p:sp>
        <p:nvSpPr>
          <p:cNvPr id="14" name="text-8-14">
            <a:extLst xmlns:a="http://schemas.openxmlformats.org/drawingml/2006/main">
              <a:ext uri="{FF2B5EF4-FFF2-40B4-BE49-F238E27FC236}">
                <a16:creationId xmlns:a16="http://schemas.microsoft.com/office/drawing/2014/main" id="{697E0355-5FA0-404B-8376-C66BBE41DEA2}"/>
              </a:ext>
            </a:extLst>
          </p:cNvPr>
          <p:cNvSpPr>
            <a:spLocks xmlns:a="http://schemas.openxmlformats.org/drawingml/2006/main" noGrp="1"/>
          </p:cNvSpPr>
          <p:nvPr/>
        </p:nvSpPr>
        <p:spPr>
          <a:xfrm xmlns:a="http://schemas.openxmlformats.org/drawingml/2006/main">
            <a:off x="2667000" y="44577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bounded command handoff → one policy / processor operation</a:t>
            </a:r>
          </a:p>
        </p:txBody>
      </p:sp>
      <p:sp>
        <p:nvSpPr>
          <p:cNvPr id="15" name="text-8-15">
            <a:extLst xmlns:a="http://schemas.openxmlformats.org/drawingml/2006/main">
              <a:ext uri="{FF2B5EF4-FFF2-40B4-BE49-F238E27FC236}">
                <a16:creationId xmlns:a16="http://schemas.microsoft.com/office/drawing/2014/main" id="{F9565F01-D2D0-493B-9C28-E8EC929033E1}"/>
              </a:ext>
            </a:extLst>
          </p:cNvPr>
          <p:cNvSpPr>
            <a:spLocks xmlns:a="http://schemas.openxmlformats.org/drawingml/2006/main" noGrp="1"/>
          </p:cNvSpPr>
          <p:nvPr/>
        </p:nvSpPr>
        <p:spPr>
          <a:xfrm xmlns:a="http://schemas.openxmlformats.org/drawingml/2006/main">
            <a:off x="2667000" y="48720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Open, reset, action, language and close share serialized ownership.</a:t>
            </a:r>
          </a:p>
        </p:txBody>
      </p:sp>
      <p:sp>
        <p:nvSpPr>
          <p:cNvPr id="16" name="rect-8-16">
            <a:extLst xmlns:a="http://schemas.openxmlformats.org/drawingml/2006/main">
              <a:ext uri="{FF2B5EF4-FFF2-40B4-BE49-F238E27FC236}">
                <a16:creationId xmlns:a16="http://schemas.microsoft.com/office/drawing/2014/main" id="{31340C10-F79E-4787-892C-79547170FCB5}"/>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7" name="text-8-17">
            <a:extLst xmlns:a="http://schemas.openxmlformats.org/drawingml/2006/main">
              <a:ext uri="{FF2B5EF4-FFF2-40B4-BE49-F238E27FC236}">
                <a16:creationId xmlns:a16="http://schemas.microsoft.com/office/drawing/2014/main" id="{943D1F52-A639-449A-8B96-C2CFC0C011CA}"/>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Bounded queues prevent hidden work accumulation; freshness checks still decide usability.</a:t>
            </a:r>
          </a:p>
        </p:txBody>
      </p:sp>
      <p:sp>
        <p:nvSpPr>
          <p:cNvPr id="18" name="text-8-18">
            <a:extLst xmlns:a="http://schemas.openxmlformats.org/drawingml/2006/main">
              <a:ext uri="{FF2B5EF4-FFF2-40B4-BE49-F238E27FC236}">
                <a16:creationId xmlns:a16="http://schemas.microsoft.com/office/drawing/2014/main" id="{3F1BCA9C-487E-47BD-AC0F-EC98583A2999}"/>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08</a:t>
            </a:r>
          </a:p>
        </p:txBody>
      </p:sp>
    </p:spTree>
    <p:extLst>
      <p:ext uri="{BB962C8B-B14F-4D97-AF65-F5344CB8AC3E}">
        <p14:creationId xmlns:p14="http://schemas.microsoft.com/office/powerpoint/2010/main" val="1741399379"/>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9-1">
            <a:extLst xmlns:a="http://schemas.openxmlformats.org/drawingml/2006/main">
              <a:ext uri="{FF2B5EF4-FFF2-40B4-BE49-F238E27FC236}">
                <a16:creationId xmlns:a16="http://schemas.microsoft.com/office/drawing/2014/main" id="{35226B48-72C8-4CDF-A0E9-A91D0C60BAC0}"/>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9-2">
            <a:extLst xmlns:a="http://schemas.openxmlformats.org/drawingml/2006/main">
              <a:ext uri="{FF2B5EF4-FFF2-40B4-BE49-F238E27FC236}">
                <a16:creationId xmlns:a16="http://schemas.microsoft.com/office/drawing/2014/main" id="{9D4266B1-8AE6-44CC-BD94-604C2C35337C}"/>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The request crosses a bounded transport</a:t>
            </a:r>
          </a:p>
        </p:txBody>
      </p:sp>
      <p:sp>
        <p:nvSpPr>
          <p:cNvPr id="3" name="text-9-3">
            <a:extLst xmlns:a="http://schemas.openxmlformats.org/drawingml/2006/main">
              <a:ext uri="{FF2B5EF4-FFF2-40B4-BE49-F238E27FC236}">
                <a16:creationId xmlns:a16="http://schemas.microsoft.com/office/drawing/2014/main" id="{58A3EC7F-D03F-449D-A41F-80A4F1887825}"/>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Control uses query/reply; observations and results use session channels.</a:t>
            </a:r>
          </a:p>
        </p:txBody>
      </p:sp>
      <p:sp>
        <p:nvSpPr>
          <p:cNvPr id="4" name="rect-9-4">
            <a:extLst xmlns:a="http://schemas.openxmlformats.org/drawingml/2006/main">
              <a:ext uri="{FF2B5EF4-FFF2-40B4-BE49-F238E27FC236}">
                <a16:creationId xmlns:a16="http://schemas.microsoft.com/office/drawing/2014/main" id="{05C51F0B-AD9F-4E4C-B450-168267528267}"/>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9-5">
            <a:extLst xmlns:a="http://schemas.openxmlformats.org/drawingml/2006/main">
              <a:ext uri="{FF2B5EF4-FFF2-40B4-BE49-F238E27FC236}">
                <a16:creationId xmlns:a16="http://schemas.microsoft.com/office/drawing/2014/main" id="{E6D8CC3E-DC5C-49E0-9C61-B56197D2643A}"/>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ChunkRequest</a:t>
            </a:r>
          </a:p>
        </p:txBody>
      </p:sp>
      <p:sp>
        <p:nvSpPr>
          <p:cNvPr id="6" name="text-9-6">
            <a:extLst xmlns:a="http://schemas.openxmlformats.org/drawingml/2006/main">
              <a:ext uri="{FF2B5EF4-FFF2-40B4-BE49-F238E27FC236}">
                <a16:creationId xmlns:a16="http://schemas.microsoft.com/office/drawing/2014/main" id="{3D56297F-1828-4233-8135-1275021CB0AA}"/>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capture + continuation</a:t>
            </a:r>
          </a:p>
        </p:txBody>
      </p:sp>
      <p:sp>
        <p:nvSpPr>
          <p:cNvPr id="7" name="text-9-7">
            <a:extLst xmlns:a="http://schemas.openxmlformats.org/drawingml/2006/main">
              <a:ext uri="{FF2B5EF4-FFF2-40B4-BE49-F238E27FC236}">
                <a16:creationId xmlns:a16="http://schemas.microsoft.com/office/drawing/2014/main" id="{66C6C290-1A70-431A-98C2-F421A8028FCD}"/>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generation + local</a:t>
            </a:r>
          </a:p>
        </p:txBody>
      </p:sp>
      <p:sp>
        <p:nvSpPr>
          <p:cNvPr id="8" name="text-9-8">
            <a:extLst xmlns:a="http://schemas.openxmlformats.org/drawingml/2006/main">
              <a:ext uri="{FF2B5EF4-FFF2-40B4-BE49-F238E27FC236}">
                <a16:creationId xmlns:a16="http://schemas.microsoft.com/office/drawing/2014/main" id="{B2F51299-9D9E-4E7B-8FDD-D27EDD966BD4}"/>
              </a:ext>
            </a:extLst>
          </p:cNvPr>
          <p:cNvSpPr>
            <a:spLocks xmlns:a="http://schemas.openxmlformats.org/drawingml/2006/main" noGrp="1"/>
          </p:cNvSpPr>
          <p:nvPr/>
        </p:nvSpPr>
        <p:spPr>
          <a:xfrm xmlns:a="http://schemas.openxmlformats.org/drawingml/2006/main">
            <a:off x="771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timing</a:t>
            </a:r>
          </a:p>
        </p:txBody>
      </p:sp>
      <p:sp>
        <p:nvSpPr>
          <p:cNvPr id="9" name="text-9-9">
            <a:extLst xmlns:a="http://schemas.openxmlformats.org/drawingml/2006/main">
              <a:ext uri="{FF2B5EF4-FFF2-40B4-BE49-F238E27FC236}">
                <a16:creationId xmlns:a16="http://schemas.microsoft.com/office/drawing/2014/main" id="{E9CBEC69-D7DB-49C3-9992-700FBD82E761}"/>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0" name="rect-9-10">
            <a:extLst xmlns:a="http://schemas.openxmlformats.org/drawingml/2006/main">
              <a:ext uri="{FF2B5EF4-FFF2-40B4-BE49-F238E27FC236}">
                <a16:creationId xmlns:a16="http://schemas.microsoft.com/office/drawing/2014/main" id="{4E7C9BB5-5903-4920-82C3-818C68A226AF}"/>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1" name="text-9-11">
            <a:extLst xmlns:a="http://schemas.openxmlformats.org/drawingml/2006/main">
              <a:ext uri="{FF2B5EF4-FFF2-40B4-BE49-F238E27FC236}">
                <a16:creationId xmlns:a16="http://schemas.microsoft.com/office/drawing/2014/main" id="{795900C0-5180-4AE6-AB2C-DC4E310C061B}"/>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RemoteClient</a:t>
            </a:r>
          </a:p>
        </p:txBody>
      </p:sp>
      <p:sp>
        <p:nvSpPr>
          <p:cNvPr id="12" name="text-9-12">
            <a:extLst xmlns:a="http://schemas.openxmlformats.org/drawingml/2006/main">
              <a:ext uri="{FF2B5EF4-FFF2-40B4-BE49-F238E27FC236}">
                <a16:creationId xmlns:a16="http://schemas.microsoft.com/office/drawing/2014/main" id="{5D2CEB0A-E695-42C1-AA06-D869359BAE0B}"/>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Envelope + sequence</a:t>
            </a:r>
          </a:p>
        </p:txBody>
      </p:sp>
      <p:sp>
        <p:nvSpPr>
          <p:cNvPr id="13" name="text-9-13">
            <a:extLst xmlns:a="http://schemas.openxmlformats.org/drawingml/2006/main">
              <a:ext uri="{FF2B5EF4-FFF2-40B4-BE49-F238E27FC236}">
                <a16:creationId xmlns:a16="http://schemas.microsoft.com/office/drawing/2014/main" id="{9253A4AE-CD4D-4174-9975-C092C05893AD}"/>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encode observation</a:t>
            </a:r>
          </a:p>
        </p:txBody>
      </p:sp>
      <p:sp>
        <p:nvSpPr>
          <p:cNvPr id="14" name="text-9-14">
            <a:extLst xmlns:a="http://schemas.openxmlformats.org/drawingml/2006/main">
              <a:ext uri="{FF2B5EF4-FFF2-40B4-BE49-F238E27FC236}">
                <a16:creationId xmlns:a16="http://schemas.microsoft.com/office/drawing/2014/main" id="{5843B9D9-1B7D-4D93-A819-94F3532A0930}"/>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5" name="rect-9-15">
            <a:extLst xmlns:a="http://schemas.openxmlformats.org/drawingml/2006/main">
              <a:ext uri="{FF2B5EF4-FFF2-40B4-BE49-F238E27FC236}">
                <a16:creationId xmlns:a16="http://schemas.microsoft.com/office/drawing/2014/main" id="{37CCD15D-D971-4294-A9FB-7AFE35D87539}"/>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6" name="text-9-16">
            <a:extLst xmlns:a="http://schemas.openxmlformats.org/drawingml/2006/main">
              <a:ext uri="{FF2B5EF4-FFF2-40B4-BE49-F238E27FC236}">
                <a16:creationId xmlns:a16="http://schemas.microsoft.com/office/drawing/2014/main" id="{1BB17A42-39D4-4035-81F2-9F357B102D6D}"/>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Zenoh / server</a:t>
            </a:r>
          </a:p>
        </p:txBody>
      </p:sp>
      <p:sp>
        <p:nvSpPr>
          <p:cNvPr id="17" name="text-9-17">
            <a:extLst xmlns:a="http://schemas.openxmlformats.org/drawingml/2006/main">
              <a:ext uri="{FF2B5EF4-FFF2-40B4-BE49-F238E27FC236}">
                <a16:creationId xmlns:a16="http://schemas.microsoft.com/office/drawing/2014/main" id="{C2E91A8F-A3D1-4AEA-A6A5-4A1DE656A470}"/>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bounded handoff</a:t>
            </a:r>
          </a:p>
        </p:txBody>
      </p:sp>
      <p:sp>
        <p:nvSpPr>
          <p:cNvPr id="18" name="text-9-18">
            <a:extLst xmlns:a="http://schemas.openxmlformats.org/drawingml/2006/main">
              <a:ext uri="{FF2B5EF4-FFF2-40B4-BE49-F238E27FC236}">
                <a16:creationId xmlns:a16="http://schemas.microsoft.com/office/drawing/2014/main" id="{F1AC4CEC-4DF5-40BA-8D5E-4449E8FAB0FC}"/>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validate and enqueue</a:t>
            </a:r>
          </a:p>
        </p:txBody>
      </p:sp>
      <p:sp>
        <p:nvSpPr>
          <p:cNvPr id="19" name="text-9-19">
            <a:extLst xmlns:a="http://schemas.openxmlformats.org/drawingml/2006/main">
              <a:ext uri="{FF2B5EF4-FFF2-40B4-BE49-F238E27FC236}">
                <a16:creationId xmlns:a16="http://schemas.microsoft.com/office/drawing/2014/main" id="{E71FFF57-4A5E-4FCF-AADC-018753776B38}"/>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0" name="rect-9-20">
            <a:extLst xmlns:a="http://schemas.openxmlformats.org/drawingml/2006/main">
              <a:ext uri="{FF2B5EF4-FFF2-40B4-BE49-F238E27FC236}">
                <a16:creationId xmlns:a16="http://schemas.microsoft.com/office/drawing/2014/main" id="{CC3C2BB1-1874-4ED0-B58E-1C3A1504B2ED}"/>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1" name="text-9-21">
            <a:extLst xmlns:a="http://schemas.openxmlformats.org/drawingml/2006/main">
              <a:ext uri="{FF2B5EF4-FFF2-40B4-BE49-F238E27FC236}">
                <a16:creationId xmlns:a16="http://schemas.microsoft.com/office/drawing/2014/main" id="{9C0CF062-67A4-464C-9FEA-1A2EA380420A}"/>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Action reply</a:t>
            </a:r>
          </a:p>
        </p:txBody>
      </p:sp>
      <p:sp>
        <p:nvSpPr>
          <p:cNvPr id="22" name="text-9-22">
            <a:extLst xmlns:a="http://schemas.openxmlformats.org/drawingml/2006/main">
              <a:ext uri="{FF2B5EF4-FFF2-40B4-BE49-F238E27FC236}">
                <a16:creationId xmlns:a16="http://schemas.microsoft.com/office/drawing/2014/main" id="{F5E309AB-5020-4E29-9675-4B0EC00D4458}"/>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decode + correlate</a:t>
            </a:r>
          </a:p>
        </p:txBody>
      </p:sp>
      <p:sp>
        <p:nvSpPr>
          <p:cNvPr id="23" name="text-9-23">
            <a:extLst xmlns:a="http://schemas.openxmlformats.org/drawingml/2006/main">
              <a:ext uri="{FF2B5EF4-FFF2-40B4-BE49-F238E27FC236}">
                <a16:creationId xmlns:a16="http://schemas.microsoft.com/office/drawing/2014/main" id="{48AC02CD-D695-4706-9318-D9A9A933848B}"/>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canonical chunk</a:t>
            </a:r>
          </a:p>
        </p:txBody>
      </p:sp>
      <p:sp>
        <p:nvSpPr>
          <p:cNvPr id="24" name="rect-9-24">
            <a:extLst xmlns:a="http://schemas.openxmlformats.org/drawingml/2006/main">
              <a:ext uri="{FF2B5EF4-FFF2-40B4-BE49-F238E27FC236}">
                <a16:creationId xmlns:a16="http://schemas.microsoft.com/office/drawing/2014/main" id="{46E34E6F-2BE0-427B-A20B-2E1C2D586140}"/>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9-25">
            <a:extLst xmlns:a="http://schemas.openxmlformats.org/drawingml/2006/main">
              <a:ext uri="{FF2B5EF4-FFF2-40B4-BE49-F238E27FC236}">
                <a16:creationId xmlns:a16="http://schemas.microsoft.com/office/drawing/2014/main" id="{B1873D17-2FFF-4616-881A-CA014A9ECD65}"/>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No unbounded replay queue and no policy work inside transport callbacks.</a:t>
            </a:r>
          </a:p>
        </p:txBody>
      </p:sp>
      <p:sp>
        <p:nvSpPr>
          <p:cNvPr id="26" name="text-9-26">
            <a:extLst xmlns:a="http://schemas.openxmlformats.org/drawingml/2006/main">
              <a:ext uri="{FF2B5EF4-FFF2-40B4-BE49-F238E27FC236}">
                <a16:creationId xmlns:a16="http://schemas.microsoft.com/office/drawing/2014/main" id="{4BE026C1-0EEC-48F1-B127-D97C8CCF84C7}"/>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09</a:t>
            </a:r>
          </a:p>
        </p:txBody>
      </p:sp>
    </p:spTree>
    <p:extLst>
      <p:ext uri="{BB962C8B-B14F-4D97-AF65-F5344CB8AC3E}">
        <p14:creationId xmlns:p14="http://schemas.microsoft.com/office/powerpoint/2010/main" val="980560745"/>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8" name="text-10-1">
            <a:extLst xmlns:a="http://schemas.openxmlformats.org/drawingml/2006/main">
              <a:ext uri="{FF2B5EF4-FFF2-40B4-BE49-F238E27FC236}">
                <a16:creationId xmlns:a16="http://schemas.microsoft.com/office/drawing/2014/main" id="{956C9DEE-835A-4C0E-B631-8AD3DF7E28D2}"/>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10-2">
            <a:extLst xmlns:a="http://schemas.openxmlformats.org/drawingml/2006/main">
              <a:ext uri="{FF2B5EF4-FFF2-40B4-BE49-F238E27FC236}">
                <a16:creationId xmlns:a16="http://schemas.microsoft.com/office/drawing/2014/main" id="{BC4E96B8-CD9C-4636-B363-1E53C2C71A41}"/>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PolicyRunner is the model boundary</a:t>
            </a:r>
          </a:p>
        </p:txBody>
      </p:sp>
      <p:sp>
        <p:nvSpPr>
          <p:cNvPr id="3" name="text-10-3">
            <a:extLst xmlns:a="http://schemas.openxmlformats.org/drawingml/2006/main">
              <a:ext uri="{FF2B5EF4-FFF2-40B4-BE49-F238E27FC236}">
                <a16:creationId xmlns:a16="http://schemas.microsoft.com/office/drawing/2014/main" id="{02B4C332-5948-4F3E-8920-E097C8F3EF77}"/>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direct chunk call must reproduce the policy’s inference preparation.</a:t>
            </a:r>
          </a:p>
        </p:txBody>
      </p:sp>
      <p:sp>
        <p:nvSpPr>
          <p:cNvPr id="4" name="rect-10-4">
            <a:extLst xmlns:a="http://schemas.openxmlformats.org/drawingml/2006/main">
              <a:ext uri="{FF2B5EF4-FFF2-40B4-BE49-F238E27FC236}">
                <a16:creationId xmlns:a16="http://schemas.microsoft.com/office/drawing/2014/main" id="{79077FF8-21CC-46F1-92A5-7B288B072E7F}"/>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10-5">
            <a:extLst xmlns:a="http://schemas.openxmlformats.org/drawingml/2006/main">
              <a:ext uri="{FF2B5EF4-FFF2-40B4-BE49-F238E27FC236}">
                <a16:creationId xmlns:a16="http://schemas.microsoft.com/office/drawing/2014/main" id="{CE186042-9F2C-43B4-A57C-2D77FC74B9F5}"/>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_batch</a:t>
            </a:r>
          </a:p>
        </p:txBody>
      </p:sp>
      <p:sp>
        <p:nvSpPr>
          <p:cNvPr id="6" name="text-10-6">
            <a:extLst xmlns:a="http://schemas.openxmlformats.org/drawingml/2006/main">
              <a:ext uri="{FF2B5EF4-FFF2-40B4-BE49-F238E27FC236}">
                <a16:creationId xmlns:a16="http://schemas.microsoft.com/office/drawing/2014/main" id="{7111601E-9209-44DC-AABB-A72A3322BE9E}"/>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validate wire values</a:t>
            </a:r>
          </a:p>
        </p:txBody>
      </p:sp>
      <p:sp>
        <p:nvSpPr>
          <p:cNvPr id="7" name="text-10-7">
            <a:extLst xmlns:a="http://schemas.openxmlformats.org/drawingml/2006/main">
              <a:ext uri="{FF2B5EF4-FFF2-40B4-BE49-F238E27FC236}">
                <a16:creationId xmlns:a16="http://schemas.microsoft.com/office/drawing/2014/main" id="{8AE7EA2C-92E1-48A9-9736-534CBE7B2AC5}"/>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create batched</a:t>
            </a:r>
          </a:p>
        </p:txBody>
      </p:sp>
      <p:sp>
        <p:nvSpPr>
          <p:cNvPr id="8" name="text-10-8">
            <a:extLst xmlns:a="http://schemas.openxmlformats.org/drawingml/2006/main">
              <a:ext uri="{FF2B5EF4-FFF2-40B4-BE49-F238E27FC236}">
                <a16:creationId xmlns:a16="http://schemas.microsoft.com/office/drawing/2014/main" id="{CDA25465-3973-4308-A709-6A8FB5F85220}"/>
              </a:ext>
            </a:extLst>
          </p:cNvPr>
          <p:cNvSpPr>
            <a:spLocks xmlns:a="http://schemas.openxmlformats.org/drawingml/2006/main" noGrp="1"/>
          </p:cNvSpPr>
          <p:nvPr/>
        </p:nvSpPr>
        <p:spPr>
          <a:xfrm xmlns:a="http://schemas.openxmlformats.org/drawingml/2006/main">
            <a:off x="771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tensors</a:t>
            </a:r>
          </a:p>
        </p:txBody>
      </p:sp>
      <p:sp>
        <p:nvSpPr>
          <p:cNvPr id="9" name="text-10-9">
            <a:extLst xmlns:a="http://schemas.openxmlformats.org/drawingml/2006/main">
              <a:ext uri="{FF2B5EF4-FFF2-40B4-BE49-F238E27FC236}">
                <a16:creationId xmlns:a16="http://schemas.microsoft.com/office/drawing/2014/main" id="{AA93969F-7CAC-4354-B489-46DD7E920B50}"/>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0" name="rect-10-10">
            <a:extLst xmlns:a="http://schemas.openxmlformats.org/drawingml/2006/main">
              <a:ext uri="{FF2B5EF4-FFF2-40B4-BE49-F238E27FC236}">
                <a16:creationId xmlns:a16="http://schemas.microsoft.com/office/drawing/2014/main" id="{74105038-77E2-4AEA-96C5-0BFAA0C6A9AC}"/>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1" name="text-10-11">
            <a:extLst xmlns:a="http://schemas.openxmlformats.org/drawingml/2006/main">
              <a:ext uri="{FF2B5EF4-FFF2-40B4-BE49-F238E27FC236}">
                <a16:creationId xmlns:a16="http://schemas.microsoft.com/office/drawing/2014/main" id="{03BD46F4-CFE2-4948-96B2-6E59C133C326}"/>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preprocessor</a:t>
            </a:r>
          </a:p>
        </p:txBody>
      </p:sp>
      <p:sp>
        <p:nvSpPr>
          <p:cNvPr id="12" name="text-10-12">
            <a:extLst xmlns:a="http://schemas.openxmlformats.org/drawingml/2006/main">
              <a:ext uri="{FF2B5EF4-FFF2-40B4-BE49-F238E27FC236}">
                <a16:creationId xmlns:a16="http://schemas.microsoft.com/office/drawing/2014/main" id="{8C7C77CD-F068-4561-8AB8-669A63EC9F6A}"/>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saved normalization</a:t>
            </a:r>
          </a:p>
        </p:txBody>
      </p:sp>
      <p:sp>
        <p:nvSpPr>
          <p:cNvPr id="13" name="text-10-13">
            <a:extLst xmlns:a="http://schemas.openxmlformats.org/drawingml/2006/main">
              <a:ext uri="{FF2B5EF4-FFF2-40B4-BE49-F238E27FC236}">
                <a16:creationId xmlns:a16="http://schemas.microsoft.com/office/drawing/2014/main" id="{FFE0EEE2-B9E8-40C0-AED5-070FF9DED44D}"/>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resize / tokenize</a:t>
            </a:r>
          </a:p>
        </p:txBody>
      </p:sp>
      <p:sp>
        <p:nvSpPr>
          <p:cNvPr id="14" name="text-10-14">
            <a:extLst xmlns:a="http://schemas.openxmlformats.org/drawingml/2006/main">
              <a:ext uri="{FF2B5EF4-FFF2-40B4-BE49-F238E27FC236}">
                <a16:creationId xmlns:a16="http://schemas.microsoft.com/office/drawing/2014/main" id="{B7186AE7-F899-4B8A-BBCB-EFC6A100869A}"/>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5" name="rect-10-15">
            <a:extLst xmlns:a="http://schemas.openxmlformats.org/drawingml/2006/main">
              <a:ext uri="{FF2B5EF4-FFF2-40B4-BE49-F238E27FC236}">
                <a16:creationId xmlns:a16="http://schemas.microsoft.com/office/drawing/2014/main" id="{2AEB27D0-0F4D-4842-9055-0C4B5E77D7CB}"/>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6" name="text-10-16">
            <a:extLst xmlns:a="http://schemas.openxmlformats.org/drawingml/2006/main">
              <a:ext uri="{FF2B5EF4-FFF2-40B4-BE49-F238E27FC236}">
                <a16:creationId xmlns:a16="http://schemas.microsoft.com/office/drawing/2014/main" id="{9B483EE4-8E9D-4054-86C6-58DD0C0CE003}"/>
              </a:ext>
            </a:extLst>
          </p:cNvPr>
          <p:cNvSpPr>
            <a:spLocks xmlns:a="http://schemas.openxmlformats.org/drawingml/2006/main" noGrp="1"/>
          </p:cNvSpPr>
          <p:nvPr/>
        </p:nvSpPr>
        <p:spPr>
          <a:xfrm xmlns:a="http://schemas.openxmlformats.org/drawingml/2006/main">
            <a:off x="6486525" y="2647950"/>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77B9F"/>
                </a:solidFill>
                <a:latin typeface="Arial"/>
                <a:ea typeface="Arial"/>
                <a:cs typeface="Arial"/>
              </a:defRPr>
            </a:pPr>
            <a:r>
              <a:rPr sz="1650" b="1">
                <a:solidFill>
                  <a:srgbClr val="177B9F"/>
                </a:solidFill>
                <a:latin typeface="Arial"/>
                <a:ea typeface="Arial"/>
                <a:cs typeface="Arial"/>
              </a:rPr>
              <a:t>predict_action_chunk</a:t>
            </a:r>
          </a:p>
        </p:txBody>
      </p:sp>
      <p:sp>
        <p:nvSpPr>
          <p:cNvPr id="17" name="text-10-17">
            <a:extLst xmlns:a="http://schemas.openxmlformats.org/drawingml/2006/main">
              <a:ext uri="{FF2B5EF4-FFF2-40B4-BE49-F238E27FC236}">
                <a16:creationId xmlns:a16="http://schemas.microsoft.com/office/drawing/2014/main" id="{777FA8EB-65AB-4287-9F12-F7A9F217620F}"/>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[1, prediction_steps,</a:t>
            </a:r>
          </a:p>
        </p:txBody>
      </p:sp>
      <p:sp>
        <p:nvSpPr>
          <p:cNvPr id="18" name="text-10-18">
            <a:extLst xmlns:a="http://schemas.openxmlformats.org/drawingml/2006/main">
              <a:ext uri="{FF2B5EF4-FFF2-40B4-BE49-F238E27FC236}">
                <a16:creationId xmlns:a16="http://schemas.microsoft.com/office/drawing/2014/main" id="{DAC291C8-3EAB-4A4F-80CE-ED9833BF1440}"/>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A]</a:t>
            </a:r>
          </a:p>
        </p:txBody>
      </p:sp>
      <p:sp>
        <p:nvSpPr>
          <p:cNvPr id="19" name="text-10-19">
            <a:extLst xmlns:a="http://schemas.openxmlformats.org/drawingml/2006/main">
              <a:ext uri="{FF2B5EF4-FFF2-40B4-BE49-F238E27FC236}">
                <a16:creationId xmlns:a16="http://schemas.microsoft.com/office/drawing/2014/main" id="{C1944891-09FD-4EB5-A9A2-8ABA7AB118C5}"/>
              </a:ext>
            </a:extLst>
          </p:cNvPr>
          <p:cNvSpPr>
            <a:spLocks xmlns:a="http://schemas.openxmlformats.org/drawingml/2006/main" noGrp="1"/>
          </p:cNvSpPr>
          <p:nvPr/>
        </p:nvSpPr>
        <p:spPr>
          <a:xfrm xmlns:a="http://schemas.openxmlformats.org/drawingml/2006/main">
            <a:off x="6486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validate model output</a:t>
            </a:r>
          </a:p>
        </p:txBody>
      </p:sp>
      <p:sp>
        <p:nvSpPr>
          <p:cNvPr id="20" name="text-10-20">
            <a:extLst xmlns:a="http://schemas.openxmlformats.org/drawingml/2006/main">
              <a:ext uri="{FF2B5EF4-FFF2-40B4-BE49-F238E27FC236}">
                <a16:creationId xmlns:a16="http://schemas.microsoft.com/office/drawing/2014/main" id="{B04907A7-6FBE-45D1-8AE8-6434D8195EDF}"/>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1" name="rect-10-21">
            <a:extLst xmlns:a="http://schemas.openxmlformats.org/drawingml/2006/main">
              <a:ext uri="{FF2B5EF4-FFF2-40B4-BE49-F238E27FC236}">
                <a16:creationId xmlns:a16="http://schemas.microsoft.com/office/drawing/2014/main" id="{3094E42F-0865-459F-96D4-88241E57CECD}"/>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2" name="text-10-22">
            <a:extLst xmlns:a="http://schemas.openxmlformats.org/drawingml/2006/main">
              <a:ext uri="{FF2B5EF4-FFF2-40B4-BE49-F238E27FC236}">
                <a16:creationId xmlns:a16="http://schemas.microsoft.com/office/drawing/2014/main" id="{685FC0AD-10B5-4907-8B3C-77E5650A91F3}"/>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postprocessor</a:t>
            </a:r>
          </a:p>
        </p:txBody>
      </p:sp>
      <p:sp>
        <p:nvSpPr>
          <p:cNvPr id="23" name="text-10-23">
            <a:extLst xmlns:a="http://schemas.openxmlformats.org/drawingml/2006/main">
              <a:ext uri="{FF2B5EF4-FFF2-40B4-BE49-F238E27FC236}">
                <a16:creationId xmlns:a16="http://schemas.microsoft.com/office/drawing/2014/main" id="{794FCD23-6639-45EE-9C8F-FFD86C232163}"/>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canonical coordinates</a:t>
            </a:r>
          </a:p>
        </p:txBody>
      </p:sp>
      <p:sp>
        <p:nvSpPr>
          <p:cNvPr id="24" name="text-10-24">
            <a:extLst xmlns:a="http://schemas.openxmlformats.org/drawingml/2006/main">
              <a:ext uri="{FF2B5EF4-FFF2-40B4-BE49-F238E27FC236}">
                <a16:creationId xmlns:a16="http://schemas.microsoft.com/office/drawing/2014/main" id="{D2E45A08-4D0A-4E45-AB17-578FCA313B3A}"/>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validate then slice</a:t>
            </a:r>
          </a:p>
        </p:txBody>
      </p:sp>
      <p:sp>
        <p:nvSpPr>
          <p:cNvPr id="25" name="rect-10-25">
            <a:extLst xmlns:a="http://schemas.openxmlformats.org/drawingml/2006/main">
              <a:ext uri="{FF2B5EF4-FFF2-40B4-BE49-F238E27FC236}">
                <a16:creationId xmlns:a16="http://schemas.microsoft.com/office/drawing/2014/main" id="{A87456F5-BEEE-4D8B-A1DE-983A888EC37B}"/>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6" name="text-10-26">
            <a:extLst xmlns:a="http://schemas.openxmlformats.org/drawingml/2006/main">
              <a:ext uri="{FF2B5EF4-FFF2-40B4-BE49-F238E27FC236}">
                <a16:creationId xmlns:a16="http://schemas.microsoft.com/office/drawing/2014/main" id="{25E34F5D-8F92-44E0-97DA-6BF4133F5C56}"/>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Plain execution uses execution_steps. RTC keeps the declared prediction horizon.</a:t>
            </a:r>
          </a:p>
        </p:txBody>
      </p:sp>
      <p:sp>
        <p:nvSpPr>
          <p:cNvPr id="27" name="text-10-27">
            <a:extLst xmlns:a="http://schemas.openxmlformats.org/drawingml/2006/main">
              <a:ext uri="{FF2B5EF4-FFF2-40B4-BE49-F238E27FC236}">
                <a16:creationId xmlns:a16="http://schemas.microsoft.com/office/drawing/2014/main" id="{B178DE4D-DE41-4C98-9861-A9DDBFD7279F}"/>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10</a:t>
            </a:r>
          </a:p>
        </p:txBody>
      </p:sp>
    </p:spTree>
    <p:extLst>
      <p:ext uri="{BB962C8B-B14F-4D97-AF65-F5344CB8AC3E}">
        <p14:creationId xmlns:p14="http://schemas.microsoft.com/office/powerpoint/2010/main" val="719831278"/>
      </p:ext>
    </p:extLst>
  </p:cSld>
</p:sld>
</file>

<file path=ppt/slides/slide1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9" name="text-11-1">
            <a:extLst xmlns:a="http://schemas.openxmlformats.org/drawingml/2006/main">
              <a:ext uri="{FF2B5EF4-FFF2-40B4-BE49-F238E27FC236}">
                <a16:creationId xmlns:a16="http://schemas.microsoft.com/office/drawing/2014/main" id="{8CF2E11B-69EC-4E05-98E3-8A8018FAB595}"/>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2 · TRACE ONE REQUEST</a:t>
            </a:r>
          </a:p>
        </p:txBody>
      </p:sp>
      <p:sp>
        <p:nvSpPr>
          <p:cNvPr id="2" name="text-11-2">
            <a:extLst xmlns:a="http://schemas.openxmlformats.org/drawingml/2006/main">
              <a:ext uri="{FF2B5EF4-FFF2-40B4-BE49-F238E27FC236}">
                <a16:creationId xmlns:a16="http://schemas.microsoft.com/office/drawing/2014/main" id="{A21A36FF-483A-45C3-A3F6-EEA0D60AC41F}"/>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Receiving a result does not authorize motion</a:t>
            </a:r>
          </a:p>
        </p:txBody>
      </p:sp>
      <p:sp>
        <p:nvSpPr>
          <p:cNvPr id="3" name="text-11-3">
            <a:extLst xmlns:a="http://schemas.openxmlformats.org/drawingml/2006/main">
              <a:ext uri="{FF2B5EF4-FFF2-40B4-BE49-F238E27FC236}">
                <a16:creationId xmlns:a16="http://schemas.microsoft.com/office/drawing/2014/main" id="{773B890B-DA83-4131-A209-6CD9F8E576E4}"/>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Correlation, runtime acceptance and dispatch permission are separate gates.</a:t>
            </a:r>
          </a:p>
        </p:txBody>
      </p:sp>
      <p:sp>
        <p:nvSpPr>
          <p:cNvPr id="4" name="rect-11-4">
            <a:extLst xmlns:a="http://schemas.openxmlformats.org/drawingml/2006/main">
              <a:ext uri="{FF2B5EF4-FFF2-40B4-BE49-F238E27FC236}">
                <a16:creationId xmlns:a16="http://schemas.microsoft.com/office/drawing/2014/main" id="{05C221EC-2714-4DB1-97F8-F25482AF1015}"/>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11-5">
            <a:extLst xmlns:a="http://schemas.openxmlformats.org/drawingml/2006/main">
              <a:ext uri="{FF2B5EF4-FFF2-40B4-BE49-F238E27FC236}">
                <a16:creationId xmlns:a16="http://schemas.microsoft.com/office/drawing/2014/main" id="{3FBA6CA4-35AD-4E48-98AA-0931E6F49CF6}"/>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Client checks</a:t>
            </a:r>
          </a:p>
        </p:txBody>
      </p:sp>
      <p:sp>
        <p:nvSpPr>
          <p:cNvPr id="6" name="text-11-6">
            <a:extLst xmlns:a="http://schemas.openxmlformats.org/drawingml/2006/main">
              <a:ext uri="{FF2B5EF4-FFF2-40B4-BE49-F238E27FC236}">
                <a16:creationId xmlns:a16="http://schemas.microsoft.com/office/drawing/2014/main" id="{C070ECD7-09E6-4616-8D3B-42E04ACE081F}"/>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reply type / identity</a:t>
            </a:r>
          </a:p>
        </p:txBody>
      </p:sp>
      <p:sp>
        <p:nvSpPr>
          <p:cNvPr id="7" name="text-11-7">
            <a:extLst xmlns:a="http://schemas.openxmlformats.org/drawingml/2006/main">
              <a:ext uri="{FF2B5EF4-FFF2-40B4-BE49-F238E27FC236}">
                <a16:creationId xmlns:a16="http://schemas.microsoft.com/office/drawing/2014/main" id="{664933F8-E81D-4B6E-8479-F6F91DA00642}"/>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context + tensor</a:t>
            </a:r>
          </a:p>
        </p:txBody>
      </p:sp>
      <p:sp>
        <p:nvSpPr>
          <p:cNvPr id="8" name="text-11-8">
            <a:extLst xmlns:a="http://schemas.openxmlformats.org/drawingml/2006/main">
              <a:ext uri="{FF2B5EF4-FFF2-40B4-BE49-F238E27FC236}">
                <a16:creationId xmlns:a16="http://schemas.microsoft.com/office/drawing/2014/main" id="{7FCF9307-7C11-41A5-930B-A52EE74F260A}"/>
              </a:ext>
            </a:extLst>
          </p:cNvPr>
          <p:cNvSpPr>
            <a:spLocks xmlns:a="http://schemas.openxmlformats.org/drawingml/2006/main" noGrp="1"/>
          </p:cNvSpPr>
          <p:nvPr/>
        </p:nvSpPr>
        <p:spPr>
          <a:xfrm xmlns:a="http://schemas.openxmlformats.org/drawingml/2006/main">
            <a:off x="771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shape</a:t>
            </a:r>
          </a:p>
        </p:txBody>
      </p:sp>
      <p:sp>
        <p:nvSpPr>
          <p:cNvPr id="9" name="text-11-9">
            <a:extLst xmlns:a="http://schemas.openxmlformats.org/drawingml/2006/main">
              <a:ext uri="{FF2B5EF4-FFF2-40B4-BE49-F238E27FC236}">
                <a16:creationId xmlns:a16="http://schemas.microsoft.com/office/drawing/2014/main" id="{34F6DF53-DBA9-4EBC-BE32-0C3E7C976AC6}"/>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0" name="rect-11-10">
            <a:extLst xmlns:a="http://schemas.openxmlformats.org/drawingml/2006/main">
              <a:ext uri="{FF2B5EF4-FFF2-40B4-BE49-F238E27FC236}">
                <a16:creationId xmlns:a16="http://schemas.microsoft.com/office/drawing/2014/main" id="{7651727D-8455-4FE4-ABC8-39D2F69717C3}"/>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1" name="text-11-11">
            <a:extLst xmlns:a="http://schemas.openxmlformats.org/drawingml/2006/main">
              <a:ext uri="{FF2B5EF4-FFF2-40B4-BE49-F238E27FC236}">
                <a16:creationId xmlns:a16="http://schemas.microsoft.com/office/drawing/2014/main" id="{9551CE26-5A51-4909-9B3F-8F9931460CEA}"/>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Runtime checks</a:t>
            </a:r>
          </a:p>
        </p:txBody>
      </p:sp>
      <p:sp>
        <p:nvSpPr>
          <p:cNvPr id="12" name="text-11-12">
            <a:extLst xmlns:a="http://schemas.openxmlformats.org/drawingml/2006/main">
              <a:ext uri="{FF2B5EF4-FFF2-40B4-BE49-F238E27FC236}">
                <a16:creationId xmlns:a16="http://schemas.microsoft.com/office/drawing/2014/main" id="{5E6AC7E0-6404-437C-A96A-F5D3D5CB3BB1}"/>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pending request +</a:t>
            </a:r>
          </a:p>
        </p:txBody>
      </p:sp>
      <p:sp>
        <p:nvSpPr>
          <p:cNvPr id="13" name="text-11-13">
            <a:extLst xmlns:a="http://schemas.openxmlformats.org/drawingml/2006/main">
              <a:ext uri="{FF2B5EF4-FFF2-40B4-BE49-F238E27FC236}">
                <a16:creationId xmlns:a16="http://schemas.microsoft.com/office/drawing/2014/main" id="{DC2D26E3-C08C-40DA-8BFF-45580C464C16}"/>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epoch</a:t>
            </a:r>
          </a:p>
        </p:txBody>
      </p:sp>
      <p:sp>
        <p:nvSpPr>
          <p:cNvPr id="14" name="text-11-14">
            <a:extLst xmlns:a="http://schemas.openxmlformats.org/drawingml/2006/main">
              <a:ext uri="{FF2B5EF4-FFF2-40B4-BE49-F238E27FC236}">
                <a16:creationId xmlns:a16="http://schemas.microsoft.com/office/drawing/2014/main" id="{B5313F93-128E-48A7-8874-1B60FCC8F7D9}"/>
              </a:ext>
            </a:extLst>
          </p:cNvPr>
          <p:cNvSpPr>
            <a:spLocks xmlns:a="http://schemas.openxmlformats.org/drawingml/2006/main" noGrp="1"/>
          </p:cNvSpPr>
          <p:nvPr/>
        </p:nvSpPr>
        <p:spPr>
          <a:xfrm xmlns:a="http://schemas.openxmlformats.org/drawingml/2006/main">
            <a:off x="3629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task + age + deadline</a:t>
            </a:r>
          </a:p>
        </p:txBody>
      </p:sp>
      <p:sp>
        <p:nvSpPr>
          <p:cNvPr id="15" name="text-11-15">
            <a:extLst xmlns:a="http://schemas.openxmlformats.org/drawingml/2006/main">
              <a:ext uri="{FF2B5EF4-FFF2-40B4-BE49-F238E27FC236}">
                <a16:creationId xmlns:a16="http://schemas.microsoft.com/office/drawing/2014/main" id="{B5BD2DEB-DB30-4E79-BF4F-45156BD68612}"/>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6" name="rect-11-16">
            <a:extLst xmlns:a="http://schemas.openxmlformats.org/drawingml/2006/main">
              <a:ext uri="{FF2B5EF4-FFF2-40B4-BE49-F238E27FC236}">
                <a16:creationId xmlns:a16="http://schemas.microsoft.com/office/drawing/2014/main" id="{327092EF-D94B-4E0B-999C-861035A85BF5}"/>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7" name="text-11-17">
            <a:extLst xmlns:a="http://schemas.openxmlformats.org/drawingml/2006/main">
              <a:ext uri="{FF2B5EF4-FFF2-40B4-BE49-F238E27FC236}">
                <a16:creationId xmlns:a16="http://schemas.microsoft.com/office/drawing/2014/main" id="{E5FE7DFE-3278-40DC-8D8A-D07A8EEE4702}"/>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Merge checks</a:t>
            </a:r>
          </a:p>
        </p:txBody>
      </p:sp>
      <p:sp>
        <p:nvSpPr>
          <p:cNvPr id="18" name="text-11-18">
            <a:extLst xmlns:a="http://schemas.openxmlformats.org/drawingml/2006/main">
              <a:ext uri="{FF2B5EF4-FFF2-40B4-BE49-F238E27FC236}">
                <a16:creationId xmlns:a16="http://schemas.microsoft.com/office/drawing/2014/main" id="{17CB984C-52D4-4B0B-AC0F-15FBBD5F0095}"/>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usable future suffix</a:t>
            </a:r>
          </a:p>
        </p:txBody>
      </p:sp>
      <p:sp>
        <p:nvSpPr>
          <p:cNvPr id="19" name="text-11-19">
            <a:extLst xmlns:a="http://schemas.openxmlformats.org/drawingml/2006/main">
              <a:ext uri="{FF2B5EF4-FFF2-40B4-BE49-F238E27FC236}">
                <a16:creationId xmlns:a16="http://schemas.microsoft.com/office/drawing/2014/main" id="{49A05348-88FE-49CF-975D-B8B662E77BC8}"/>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mode-specific</a:t>
            </a:r>
          </a:p>
        </p:txBody>
      </p:sp>
      <p:sp>
        <p:nvSpPr>
          <p:cNvPr id="20" name="text-11-20">
            <a:extLst xmlns:a="http://schemas.openxmlformats.org/drawingml/2006/main">
              <a:ext uri="{FF2B5EF4-FFF2-40B4-BE49-F238E27FC236}">
                <a16:creationId xmlns:a16="http://schemas.microsoft.com/office/drawing/2014/main" id="{97508DBF-B019-4AFC-843F-26DB1DC69EC8}"/>
              </a:ext>
            </a:extLst>
          </p:cNvPr>
          <p:cNvSpPr>
            <a:spLocks xmlns:a="http://schemas.openxmlformats.org/drawingml/2006/main" noGrp="1"/>
          </p:cNvSpPr>
          <p:nvPr/>
        </p:nvSpPr>
        <p:spPr>
          <a:xfrm xmlns:a="http://schemas.openxmlformats.org/drawingml/2006/main">
            <a:off x="6486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constraints</a:t>
            </a:r>
          </a:p>
        </p:txBody>
      </p:sp>
      <p:sp>
        <p:nvSpPr>
          <p:cNvPr id="21" name="text-11-21">
            <a:extLst xmlns:a="http://schemas.openxmlformats.org/drawingml/2006/main">
              <a:ext uri="{FF2B5EF4-FFF2-40B4-BE49-F238E27FC236}">
                <a16:creationId xmlns:a16="http://schemas.microsoft.com/office/drawing/2014/main" id="{183F3C01-9ABF-4EBC-B053-FA69818F6066}"/>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2" name="rect-11-22">
            <a:extLst xmlns:a="http://schemas.openxmlformats.org/drawingml/2006/main">
              <a:ext uri="{FF2B5EF4-FFF2-40B4-BE49-F238E27FC236}">
                <a16:creationId xmlns:a16="http://schemas.microsoft.com/office/drawing/2014/main" id="{E6874C66-8C4F-4AD3-86E8-94FF7885D882}"/>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3" name="text-11-23">
            <a:extLst xmlns:a="http://schemas.openxmlformats.org/drawingml/2006/main">
              <a:ext uri="{FF2B5EF4-FFF2-40B4-BE49-F238E27FC236}">
                <a16:creationId xmlns:a16="http://schemas.microsoft.com/office/drawing/2014/main" id="{4C56F1D0-5FD4-4738-9BA8-7CF0CA2232BB}"/>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Dispatch checks</a:t>
            </a:r>
          </a:p>
        </p:txBody>
      </p:sp>
      <p:sp>
        <p:nvSpPr>
          <p:cNvPr id="24" name="text-11-24">
            <a:extLst xmlns:a="http://schemas.openxmlformats.org/drawingml/2006/main">
              <a:ext uri="{FF2B5EF4-FFF2-40B4-BE49-F238E27FC236}">
                <a16:creationId xmlns:a16="http://schemas.microsoft.com/office/drawing/2014/main" id="{04BC252B-849F-45E1-B7C0-80D449F4C865}"/>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active + unheld</a:t>
            </a:r>
          </a:p>
        </p:txBody>
      </p:sp>
      <p:sp>
        <p:nvSpPr>
          <p:cNvPr id="25" name="text-11-25">
            <a:extLst xmlns:a="http://schemas.openxmlformats.org/drawingml/2006/main">
              <a:ext uri="{FF2B5EF4-FFF2-40B4-BE49-F238E27FC236}">
                <a16:creationId xmlns:a16="http://schemas.microsoft.com/office/drawing/2014/main" id="{3A09E379-1EB7-4B13-A4D8-0C204A3A59DE}"/>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source still fresh</a:t>
            </a:r>
          </a:p>
        </p:txBody>
      </p:sp>
      <p:sp>
        <p:nvSpPr>
          <p:cNvPr id="26" name="rect-11-26">
            <a:extLst xmlns:a="http://schemas.openxmlformats.org/drawingml/2006/main">
              <a:ext uri="{FF2B5EF4-FFF2-40B4-BE49-F238E27FC236}">
                <a16:creationId xmlns:a16="http://schemas.microsoft.com/office/drawing/2014/main" id="{1226B429-5C29-40F0-B191-03A61965A2B4}"/>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7" name="text-11-27">
            <a:extLst xmlns:a="http://schemas.openxmlformats.org/drawingml/2006/main">
              <a:ext uri="{FF2B5EF4-FFF2-40B4-BE49-F238E27FC236}">
                <a16:creationId xmlns:a16="http://schemas.microsoft.com/office/drawing/2014/main" id="{5D1A7D76-3BFB-48B5-B42E-29C9B50ABD9D}"/>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A valid result can still become unusable before its first motor command.</a:t>
            </a:r>
          </a:p>
        </p:txBody>
      </p:sp>
      <p:sp>
        <p:nvSpPr>
          <p:cNvPr id="28" name="text-11-28">
            <a:extLst xmlns:a="http://schemas.openxmlformats.org/drawingml/2006/main">
              <a:ext uri="{FF2B5EF4-FFF2-40B4-BE49-F238E27FC236}">
                <a16:creationId xmlns:a16="http://schemas.microsoft.com/office/drawing/2014/main" id="{C46901E8-9B26-42E3-B5B6-E706F251A9AC}"/>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11</a:t>
            </a:r>
          </a:p>
        </p:txBody>
      </p:sp>
    </p:spTree>
    <p:extLst>
      <p:ext uri="{BB962C8B-B14F-4D97-AF65-F5344CB8AC3E}">
        <p14:creationId xmlns:p14="http://schemas.microsoft.com/office/powerpoint/2010/main" val="1492214160"/>
      </p:ext>
    </p:extLst>
  </p:cSld>
</p:sld>
</file>

<file path=ppt/slides/slide1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text-12-1">
            <a:extLst xmlns:a="http://schemas.openxmlformats.org/drawingml/2006/main">
              <a:ext uri="{FF2B5EF4-FFF2-40B4-BE49-F238E27FC236}">
                <a16:creationId xmlns:a16="http://schemas.microsoft.com/office/drawing/2014/main" id="{6CB974FF-6D2E-4874-85EF-63A9A67BCCE8}"/>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2-2">
            <a:extLst xmlns:a="http://schemas.openxmlformats.org/drawingml/2006/main">
              <a:ext uri="{FF2B5EF4-FFF2-40B4-BE49-F238E27FC236}">
                <a16:creationId xmlns:a16="http://schemas.microsoft.com/office/drawing/2014/main" id="{97C52BFF-2C98-4E79-B16D-DC64C58450DE}"/>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The cursor counts committed endpoints</a:t>
            </a:r>
          </a:p>
        </p:txBody>
      </p:sp>
      <p:sp>
        <p:nvSpPr>
          <p:cNvPr id="3" name="text-12-3">
            <a:extLst xmlns:a="http://schemas.openxmlformats.org/drawingml/2006/main">
              <a:ext uri="{FF2B5EF4-FFF2-40B4-BE49-F238E27FC236}">
                <a16:creationId xmlns:a16="http://schemas.microsoft.com/office/drawing/2014/main" id="{8AF18A00-456C-4D4F-B05E-AB2F42EA7473}"/>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Commitment happens when pop hands a target to interpolation.</a:t>
            </a:r>
          </a:p>
        </p:txBody>
      </p:sp>
      <p:sp>
        <p:nvSpPr>
          <p:cNvPr id="4" name="text-12-4">
            <a:extLst xmlns:a="http://schemas.openxmlformats.org/drawingml/2006/main">
              <a:ext uri="{FF2B5EF4-FFF2-40B4-BE49-F238E27FC236}">
                <a16:creationId xmlns:a16="http://schemas.microsoft.com/office/drawing/2014/main" id="{D128294B-1EC5-4B67-B431-8F8BCBB90C69}"/>
              </a:ext>
            </a:extLst>
          </p:cNvPr>
          <p:cNvSpPr>
            <a:spLocks xmlns:a="http://schemas.openxmlformats.org/drawingml/2006/main" noGrp="1"/>
          </p:cNvSpPr>
          <p:nvPr/>
        </p:nvSpPr>
        <p:spPr>
          <a:xfrm xmlns:a="http://schemas.openxmlformats.org/drawingml/2006/main">
            <a:off x="609600" y="22669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Measured position</a:t>
            </a:r>
          </a:p>
        </p:txBody>
      </p:sp>
      <p:sp>
        <p:nvSpPr>
          <p:cNvPr id="5" name="text-12-5">
            <a:extLst xmlns:a="http://schemas.openxmlformats.org/drawingml/2006/main">
              <a:ext uri="{FF2B5EF4-FFF2-40B4-BE49-F238E27FC236}">
                <a16:creationId xmlns:a16="http://schemas.microsoft.com/office/drawing/2014/main" id="{D32B9FF0-DC81-46C6-AAB3-AD0BAAA64A38}"/>
              </a:ext>
            </a:extLst>
          </p:cNvPr>
          <p:cNvSpPr>
            <a:spLocks xmlns:a="http://schemas.openxmlformats.org/drawingml/2006/main" noGrp="1"/>
          </p:cNvSpPr>
          <p:nvPr/>
        </p:nvSpPr>
        <p:spPr>
          <a:xfrm xmlns:a="http://schemas.openxmlformats.org/drawingml/2006/main">
            <a:off x="3981450" y="22669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Where sensors report the robot is now.</a:t>
            </a:r>
          </a:p>
        </p:txBody>
      </p:sp>
      <p:sp>
        <p:nvSpPr>
          <p:cNvPr id="6" name="rect-12-6">
            <a:extLst xmlns:a="http://schemas.openxmlformats.org/drawingml/2006/main">
              <a:ext uri="{FF2B5EF4-FFF2-40B4-BE49-F238E27FC236}">
                <a16:creationId xmlns:a16="http://schemas.microsoft.com/office/drawing/2014/main" id="{871FB96C-3D6C-4F51-9535-619EF693F107}"/>
              </a:ext>
            </a:extLst>
          </p:cNvPr>
          <p:cNvSpPr>
            <a:spLocks xmlns:a="http://schemas.openxmlformats.org/drawingml/2006/main" noGrp="1"/>
          </p:cNvSpPr>
          <p:nvPr/>
        </p:nvSpPr>
        <p:spPr>
          <a:xfrm xmlns:a="http://schemas.openxmlformats.org/drawingml/2006/main">
            <a:off x="609600" y="29146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7" name="text-12-7">
            <a:extLst xmlns:a="http://schemas.openxmlformats.org/drawingml/2006/main">
              <a:ext uri="{FF2B5EF4-FFF2-40B4-BE49-F238E27FC236}">
                <a16:creationId xmlns:a16="http://schemas.microsoft.com/office/drawing/2014/main" id="{B62081E2-2B16-46EA-AA2A-E8799FC81E9D}"/>
              </a:ext>
            </a:extLst>
          </p:cNvPr>
          <p:cNvSpPr>
            <a:spLocks xmlns:a="http://schemas.openxmlformats.org/drawingml/2006/main" noGrp="1"/>
          </p:cNvSpPr>
          <p:nvPr/>
        </p:nvSpPr>
        <p:spPr>
          <a:xfrm xmlns:a="http://schemas.openxmlformats.org/drawingml/2006/main">
            <a:off x="609600" y="30480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Committed endpoint</a:t>
            </a:r>
          </a:p>
        </p:txBody>
      </p:sp>
      <p:sp>
        <p:nvSpPr>
          <p:cNvPr id="8" name="text-12-8">
            <a:extLst xmlns:a="http://schemas.openxmlformats.org/drawingml/2006/main">
              <a:ext uri="{FF2B5EF4-FFF2-40B4-BE49-F238E27FC236}">
                <a16:creationId xmlns:a16="http://schemas.microsoft.com/office/drawing/2014/main" id="{D003BCDC-0092-450C-ADBE-BC86586EEA0F}"/>
              </a:ext>
            </a:extLst>
          </p:cNvPr>
          <p:cNvSpPr>
            <a:spLocks xmlns:a="http://schemas.openxmlformats.org/drawingml/2006/main" noGrp="1"/>
          </p:cNvSpPr>
          <p:nvPr/>
        </p:nvSpPr>
        <p:spPr>
          <a:xfrm xmlns:a="http://schemas.openxmlformats.org/drawingml/2006/main">
            <a:off x="3981450" y="30480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A target handed to interpolation; chunk merging cannot replace it.</a:t>
            </a:r>
          </a:p>
        </p:txBody>
      </p:sp>
      <p:sp>
        <p:nvSpPr>
          <p:cNvPr id="9" name="rect-12-9">
            <a:extLst xmlns:a="http://schemas.openxmlformats.org/drawingml/2006/main">
              <a:ext uri="{FF2B5EF4-FFF2-40B4-BE49-F238E27FC236}">
                <a16:creationId xmlns:a16="http://schemas.microsoft.com/office/drawing/2014/main" id="{6645903F-E319-46FF-BEE6-937F15C7E0FA}"/>
              </a:ext>
            </a:extLst>
          </p:cNvPr>
          <p:cNvSpPr>
            <a:spLocks xmlns:a="http://schemas.openxmlformats.org/drawingml/2006/main" noGrp="1"/>
          </p:cNvSpPr>
          <p:nvPr/>
        </p:nvSpPr>
        <p:spPr>
          <a:xfrm xmlns:a="http://schemas.openxmlformats.org/drawingml/2006/main">
            <a:off x="609600" y="369570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0" name="text-12-10">
            <a:extLst xmlns:a="http://schemas.openxmlformats.org/drawingml/2006/main">
              <a:ext uri="{FF2B5EF4-FFF2-40B4-BE49-F238E27FC236}">
                <a16:creationId xmlns:a16="http://schemas.microsoft.com/office/drawing/2014/main" id="{F0F77C49-6376-4D01-8159-764D39A57FAF}"/>
              </a:ext>
            </a:extLst>
          </p:cNvPr>
          <p:cNvSpPr>
            <a:spLocks xmlns:a="http://schemas.openxmlformats.org/drawingml/2006/main" noGrp="1"/>
          </p:cNvSpPr>
          <p:nvPr/>
        </p:nvSpPr>
        <p:spPr>
          <a:xfrm xmlns:a="http://schemas.openxmlformats.org/drawingml/2006/main">
            <a:off x="609600" y="38290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Queued future</a:t>
            </a:r>
          </a:p>
        </p:txBody>
      </p:sp>
      <p:sp>
        <p:nvSpPr>
          <p:cNvPr id="11" name="text-12-11">
            <a:extLst xmlns:a="http://schemas.openxmlformats.org/drawingml/2006/main">
              <a:ext uri="{FF2B5EF4-FFF2-40B4-BE49-F238E27FC236}">
                <a16:creationId xmlns:a16="http://schemas.microsoft.com/office/drawing/2014/main" id="{BF6D40FF-4B7E-4742-8FB6-778467E14083}"/>
              </a:ext>
            </a:extLst>
          </p:cNvPr>
          <p:cNvSpPr>
            <a:spLocks xmlns:a="http://schemas.openxmlformats.org/drawingml/2006/main" noGrp="1"/>
          </p:cNvSpPr>
          <p:nvPr/>
        </p:nvSpPr>
        <p:spPr>
          <a:xfrm xmlns:a="http://schemas.openxmlformats.org/drawingml/2006/main">
            <a:off x="3981450" y="38290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Targets still owned by ActionQueue; eligible for replacement.</a:t>
            </a:r>
          </a:p>
        </p:txBody>
      </p:sp>
      <p:sp>
        <p:nvSpPr>
          <p:cNvPr id="12" name="rect-12-12">
            <a:extLst xmlns:a="http://schemas.openxmlformats.org/drawingml/2006/main">
              <a:ext uri="{FF2B5EF4-FFF2-40B4-BE49-F238E27FC236}">
                <a16:creationId xmlns:a16="http://schemas.microsoft.com/office/drawing/2014/main" id="{C4370C8C-7A28-498D-8E43-B33D5FB4892B}"/>
              </a:ext>
            </a:extLst>
          </p:cNvPr>
          <p:cNvSpPr>
            <a:spLocks xmlns:a="http://schemas.openxmlformats.org/drawingml/2006/main" noGrp="1"/>
          </p:cNvSpPr>
          <p:nvPr/>
        </p:nvSpPr>
        <p:spPr>
          <a:xfrm xmlns:a="http://schemas.openxmlformats.org/drawingml/2006/main">
            <a:off x="609600" y="44767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3" name="text-12-13">
            <a:extLst xmlns:a="http://schemas.openxmlformats.org/drawingml/2006/main">
              <a:ext uri="{FF2B5EF4-FFF2-40B4-BE49-F238E27FC236}">
                <a16:creationId xmlns:a16="http://schemas.microsoft.com/office/drawing/2014/main" id="{D909E8E5-2D2C-463C-A21D-B88F30312658}"/>
              </a:ext>
            </a:extLst>
          </p:cNvPr>
          <p:cNvSpPr>
            <a:spLocks xmlns:a="http://schemas.openxmlformats.org/drawingml/2006/main" noGrp="1"/>
          </p:cNvSpPr>
          <p:nvPr/>
        </p:nvSpPr>
        <p:spPr>
          <a:xfrm xmlns:a="http://schemas.openxmlformats.org/drawingml/2006/main">
            <a:off x="609600" y="46101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Atomic snapshot</a:t>
            </a:r>
          </a:p>
        </p:txBody>
      </p:sp>
      <p:sp>
        <p:nvSpPr>
          <p:cNvPr id="14" name="text-12-14">
            <a:extLst xmlns:a="http://schemas.openxmlformats.org/drawingml/2006/main">
              <a:ext uri="{FF2B5EF4-FFF2-40B4-BE49-F238E27FC236}">
                <a16:creationId xmlns:a16="http://schemas.microsoft.com/office/drawing/2014/main" id="{6AAA8332-739B-4429-9B25-7313BBAB3232}"/>
              </a:ext>
            </a:extLst>
          </p:cNvPr>
          <p:cNvSpPr>
            <a:spLocks xmlns:a="http://schemas.openxmlformats.org/drawingml/2006/main" noGrp="1"/>
          </p:cNvSpPr>
          <p:nvPr/>
        </p:nvSpPr>
        <p:spPr>
          <a:xfrm xmlns:a="http://schemas.openxmlformats.org/drawingml/2006/main">
            <a:off x="3981450" y="46101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Cursor + generation + both action spaces + provenance together.</a:t>
            </a:r>
          </a:p>
        </p:txBody>
      </p:sp>
      <p:sp>
        <p:nvSpPr>
          <p:cNvPr id="15" name="rect-12-15">
            <a:extLst xmlns:a="http://schemas.openxmlformats.org/drawingml/2006/main">
              <a:ext uri="{FF2B5EF4-FFF2-40B4-BE49-F238E27FC236}">
                <a16:creationId xmlns:a16="http://schemas.microsoft.com/office/drawing/2014/main" id="{63B994FC-BF21-4AC7-80DD-9FDB7B4382C1}"/>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6" name="text-12-16">
            <a:extLst xmlns:a="http://schemas.openxmlformats.org/drawingml/2006/main">
              <a:ext uri="{FF2B5EF4-FFF2-40B4-BE49-F238E27FC236}">
                <a16:creationId xmlns:a16="http://schemas.microsoft.com/office/drawing/2014/main" id="{5375BCAA-BCEB-45BF-8E73-2B970B1B5666}"/>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With interpolation ×2, two motor ticks still consume only one policy endpoint.</a:t>
            </a:r>
          </a:p>
        </p:txBody>
      </p:sp>
      <p:sp>
        <p:nvSpPr>
          <p:cNvPr id="17" name="text-12-17">
            <a:extLst xmlns:a="http://schemas.openxmlformats.org/drawingml/2006/main">
              <a:ext uri="{FF2B5EF4-FFF2-40B4-BE49-F238E27FC236}">
                <a16:creationId xmlns:a16="http://schemas.microsoft.com/office/drawing/2014/main" id="{20BC3D1F-9A94-40E2-A140-8134F59F513B}"/>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12</a:t>
            </a:r>
          </a:p>
        </p:txBody>
      </p:sp>
    </p:spTree>
    <p:extLst>
      <p:ext uri="{BB962C8B-B14F-4D97-AF65-F5344CB8AC3E}">
        <p14:creationId xmlns:p14="http://schemas.microsoft.com/office/powerpoint/2010/main" val="312487617"/>
      </p:ext>
    </p:extLst>
  </p:cSld>
</p:sld>
</file>

<file path=ppt/slides/slide1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45" name="text-13-1">
            <a:extLst xmlns:a="http://schemas.openxmlformats.org/drawingml/2006/main">
              <a:ext uri="{FF2B5EF4-FFF2-40B4-BE49-F238E27FC236}">
                <a16:creationId xmlns:a16="http://schemas.microsoft.com/office/drawing/2014/main" id="{D0E2D276-5C25-4EC9-B4D1-436C106F51D6}"/>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3-2">
            <a:extLst xmlns:a="http://schemas.openxmlformats.org/drawingml/2006/main">
              <a:ext uri="{FF2B5EF4-FFF2-40B4-BE49-F238E27FC236}">
                <a16:creationId xmlns:a16="http://schemas.microsoft.com/office/drawing/2014/main" id="{0797E436-D541-400B-895C-277C36E28886}"/>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Append and alignment place a chunk differently</a:t>
            </a:r>
          </a:p>
        </p:txBody>
      </p:sp>
      <p:sp>
        <p:nvSpPr>
          <p:cNvPr id="3" name="text-13-3">
            <a:extLst xmlns:a="http://schemas.openxmlformats.org/drawingml/2006/main">
              <a:ext uri="{FF2B5EF4-FFF2-40B4-BE49-F238E27FC236}">
                <a16:creationId xmlns:a16="http://schemas.microsoft.com/office/drawing/2014/main" id="{72B02B09-B102-4DA6-9ABC-79F98D2FE137}"/>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Illustrative example: capture at cursor 100; accept at cursor 103.</a:t>
            </a:r>
          </a:p>
        </p:txBody>
      </p:sp>
      <p:sp>
        <p:nvSpPr>
          <p:cNvPr id="4" name="text-13-4">
            <a:extLst xmlns:a="http://schemas.openxmlformats.org/drawingml/2006/main">
              <a:ext uri="{FF2B5EF4-FFF2-40B4-BE49-F238E27FC236}">
                <a16:creationId xmlns:a16="http://schemas.microsoft.com/office/drawing/2014/main" id="{5533159D-694B-4E09-9C26-764234708B36}"/>
              </a:ext>
            </a:extLst>
          </p:cNvPr>
          <p:cNvSpPr>
            <a:spLocks xmlns:a="http://schemas.openxmlformats.org/drawingml/2006/main" noGrp="1"/>
          </p:cNvSpPr>
          <p:nvPr/>
        </p:nvSpPr>
        <p:spPr>
          <a:xfrm xmlns:a="http://schemas.openxmlformats.org/drawingml/2006/main">
            <a:off x="609600" y="2447925"/>
            <a:ext cx="180975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7B9F"/>
                </a:solidFill>
                <a:latin typeface="Arial"/>
                <a:ea typeface="Arial"/>
                <a:cs typeface="Arial"/>
              </a:defRPr>
            </a:pPr>
            <a:r>
              <a:rPr sz="1950" b="1">
                <a:solidFill>
                  <a:srgbClr val="177B9F"/>
                </a:solidFill>
                <a:latin typeface="Arial"/>
                <a:ea typeface="Arial"/>
                <a:cs typeface="Arial"/>
              </a:rPr>
              <a:t>Incoming</a:t>
            </a:r>
          </a:p>
        </p:txBody>
      </p:sp>
      <p:sp>
        <p:nvSpPr>
          <p:cNvPr id="5" name="rect-13-5">
            <a:extLst xmlns:a="http://schemas.openxmlformats.org/drawingml/2006/main">
              <a:ext uri="{FF2B5EF4-FFF2-40B4-BE49-F238E27FC236}">
                <a16:creationId xmlns:a16="http://schemas.microsoft.com/office/drawing/2014/main" id="{943E28E3-764F-4BDC-8F06-B9CF6422D28A}"/>
              </a:ext>
            </a:extLst>
          </p:cNvPr>
          <p:cNvSpPr>
            <a:spLocks xmlns:a="http://schemas.openxmlformats.org/drawingml/2006/main" noGrp="1"/>
          </p:cNvSpPr>
          <p:nvPr/>
        </p:nvSpPr>
        <p:spPr>
          <a:xfrm xmlns:a="http://schemas.openxmlformats.org/drawingml/2006/main">
            <a:off x="257175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6" name="text-13-6">
            <a:extLst xmlns:a="http://schemas.openxmlformats.org/drawingml/2006/main">
              <a:ext uri="{FF2B5EF4-FFF2-40B4-BE49-F238E27FC236}">
                <a16:creationId xmlns:a16="http://schemas.microsoft.com/office/drawing/2014/main" id="{24EE6300-74D2-4BD4-8AD6-7DA98507FA4A}"/>
              </a:ext>
            </a:extLst>
          </p:cNvPr>
          <p:cNvSpPr>
            <a:spLocks xmlns:a="http://schemas.openxmlformats.org/drawingml/2006/main" noGrp="1"/>
          </p:cNvSpPr>
          <p:nvPr/>
        </p:nvSpPr>
        <p:spPr>
          <a:xfrm xmlns:a="http://schemas.openxmlformats.org/drawingml/2006/main">
            <a:off x="257175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A0</a:t>
            </a:r>
          </a:p>
        </p:txBody>
      </p:sp>
      <p:sp>
        <p:nvSpPr>
          <p:cNvPr id="7" name="rect-13-7">
            <a:extLst xmlns:a="http://schemas.openxmlformats.org/drawingml/2006/main">
              <a:ext uri="{FF2B5EF4-FFF2-40B4-BE49-F238E27FC236}">
                <a16:creationId xmlns:a16="http://schemas.microsoft.com/office/drawing/2014/main" id="{F31F3A38-B85B-444F-9A7D-DB38A8AFE628}"/>
              </a:ext>
            </a:extLst>
          </p:cNvPr>
          <p:cNvSpPr>
            <a:spLocks xmlns:a="http://schemas.openxmlformats.org/drawingml/2006/main" noGrp="1"/>
          </p:cNvSpPr>
          <p:nvPr/>
        </p:nvSpPr>
        <p:spPr>
          <a:xfrm xmlns:a="http://schemas.openxmlformats.org/drawingml/2006/main">
            <a:off x="346710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8" name="text-13-8">
            <a:extLst xmlns:a="http://schemas.openxmlformats.org/drawingml/2006/main">
              <a:ext uri="{FF2B5EF4-FFF2-40B4-BE49-F238E27FC236}">
                <a16:creationId xmlns:a16="http://schemas.microsoft.com/office/drawing/2014/main" id="{1D42BF0B-4624-4379-844D-579AE377BBBA}"/>
              </a:ext>
            </a:extLst>
          </p:cNvPr>
          <p:cNvSpPr>
            <a:spLocks xmlns:a="http://schemas.openxmlformats.org/drawingml/2006/main" noGrp="1"/>
          </p:cNvSpPr>
          <p:nvPr/>
        </p:nvSpPr>
        <p:spPr>
          <a:xfrm xmlns:a="http://schemas.openxmlformats.org/drawingml/2006/main">
            <a:off x="346710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A1</a:t>
            </a:r>
          </a:p>
        </p:txBody>
      </p:sp>
      <p:sp>
        <p:nvSpPr>
          <p:cNvPr id="9" name="rect-13-9">
            <a:extLst xmlns:a="http://schemas.openxmlformats.org/drawingml/2006/main">
              <a:ext uri="{FF2B5EF4-FFF2-40B4-BE49-F238E27FC236}">
                <a16:creationId xmlns:a16="http://schemas.microsoft.com/office/drawing/2014/main" id="{7643AB1C-7C8F-4497-80DA-0C718B39639C}"/>
              </a:ext>
            </a:extLst>
          </p:cNvPr>
          <p:cNvSpPr>
            <a:spLocks xmlns:a="http://schemas.openxmlformats.org/drawingml/2006/main" noGrp="1"/>
          </p:cNvSpPr>
          <p:nvPr/>
        </p:nvSpPr>
        <p:spPr>
          <a:xfrm xmlns:a="http://schemas.openxmlformats.org/drawingml/2006/main">
            <a:off x="436245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10" name="text-13-10">
            <a:extLst xmlns:a="http://schemas.openxmlformats.org/drawingml/2006/main">
              <a:ext uri="{FF2B5EF4-FFF2-40B4-BE49-F238E27FC236}">
                <a16:creationId xmlns:a16="http://schemas.microsoft.com/office/drawing/2014/main" id="{C1692CCD-3E93-40E1-842F-B1C09DF4AC12}"/>
              </a:ext>
            </a:extLst>
          </p:cNvPr>
          <p:cNvSpPr>
            <a:spLocks xmlns:a="http://schemas.openxmlformats.org/drawingml/2006/main" noGrp="1"/>
          </p:cNvSpPr>
          <p:nvPr/>
        </p:nvSpPr>
        <p:spPr>
          <a:xfrm xmlns:a="http://schemas.openxmlformats.org/drawingml/2006/main">
            <a:off x="436245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A2</a:t>
            </a:r>
          </a:p>
        </p:txBody>
      </p:sp>
      <p:sp>
        <p:nvSpPr>
          <p:cNvPr id="11" name="rect-13-11">
            <a:extLst xmlns:a="http://schemas.openxmlformats.org/drawingml/2006/main">
              <a:ext uri="{FF2B5EF4-FFF2-40B4-BE49-F238E27FC236}">
                <a16:creationId xmlns:a16="http://schemas.microsoft.com/office/drawing/2014/main" id="{19FAFDD7-7E1E-434F-B0B6-DD99292F2438}"/>
              </a:ext>
            </a:extLst>
          </p:cNvPr>
          <p:cNvSpPr>
            <a:spLocks xmlns:a="http://schemas.openxmlformats.org/drawingml/2006/main" noGrp="1"/>
          </p:cNvSpPr>
          <p:nvPr/>
        </p:nvSpPr>
        <p:spPr>
          <a:xfrm xmlns:a="http://schemas.openxmlformats.org/drawingml/2006/main">
            <a:off x="525780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12" name="text-13-12">
            <a:extLst xmlns:a="http://schemas.openxmlformats.org/drawingml/2006/main">
              <a:ext uri="{FF2B5EF4-FFF2-40B4-BE49-F238E27FC236}">
                <a16:creationId xmlns:a16="http://schemas.microsoft.com/office/drawing/2014/main" id="{DCC11C5F-85AB-48AB-B598-604F444C4A54}"/>
              </a:ext>
            </a:extLst>
          </p:cNvPr>
          <p:cNvSpPr>
            <a:spLocks xmlns:a="http://schemas.openxmlformats.org/drawingml/2006/main" noGrp="1"/>
          </p:cNvSpPr>
          <p:nvPr/>
        </p:nvSpPr>
        <p:spPr>
          <a:xfrm xmlns:a="http://schemas.openxmlformats.org/drawingml/2006/main">
            <a:off x="525780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A3</a:t>
            </a:r>
          </a:p>
        </p:txBody>
      </p:sp>
      <p:sp>
        <p:nvSpPr>
          <p:cNvPr id="13" name="rect-13-13">
            <a:extLst xmlns:a="http://schemas.openxmlformats.org/drawingml/2006/main">
              <a:ext uri="{FF2B5EF4-FFF2-40B4-BE49-F238E27FC236}">
                <a16:creationId xmlns:a16="http://schemas.microsoft.com/office/drawing/2014/main" id="{26E2EF32-F784-4700-BAD4-F41B697E8D36}"/>
              </a:ext>
            </a:extLst>
          </p:cNvPr>
          <p:cNvSpPr>
            <a:spLocks xmlns:a="http://schemas.openxmlformats.org/drawingml/2006/main" noGrp="1"/>
          </p:cNvSpPr>
          <p:nvPr/>
        </p:nvSpPr>
        <p:spPr>
          <a:xfrm xmlns:a="http://schemas.openxmlformats.org/drawingml/2006/main">
            <a:off x="615315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14" name="text-13-14">
            <a:extLst xmlns:a="http://schemas.openxmlformats.org/drawingml/2006/main">
              <a:ext uri="{FF2B5EF4-FFF2-40B4-BE49-F238E27FC236}">
                <a16:creationId xmlns:a16="http://schemas.microsoft.com/office/drawing/2014/main" id="{E38FC1B0-8D0C-4DCA-B2CA-9852C10277D6}"/>
              </a:ext>
            </a:extLst>
          </p:cNvPr>
          <p:cNvSpPr>
            <a:spLocks xmlns:a="http://schemas.openxmlformats.org/drawingml/2006/main" noGrp="1"/>
          </p:cNvSpPr>
          <p:nvPr/>
        </p:nvSpPr>
        <p:spPr>
          <a:xfrm xmlns:a="http://schemas.openxmlformats.org/drawingml/2006/main">
            <a:off x="615315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A4</a:t>
            </a:r>
          </a:p>
        </p:txBody>
      </p:sp>
      <p:sp>
        <p:nvSpPr>
          <p:cNvPr id="15" name="rect-13-15">
            <a:extLst xmlns:a="http://schemas.openxmlformats.org/drawingml/2006/main">
              <a:ext uri="{FF2B5EF4-FFF2-40B4-BE49-F238E27FC236}">
                <a16:creationId xmlns:a16="http://schemas.microsoft.com/office/drawing/2014/main" id="{4C6ED6B9-BEE0-45E4-AA02-A90AAF68A6E1}"/>
              </a:ext>
            </a:extLst>
          </p:cNvPr>
          <p:cNvSpPr>
            <a:spLocks xmlns:a="http://schemas.openxmlformats.org/drawingml/2006/main" noGrp="1"/>
          </p:cNvSpPr>
          <p:nvPr/>
        </p:nvSpPr>
        <p:spPr>
          <a:xfrm xmlns:a="http://schemas.openxmlformats.org/drawingml/2006/main">
            <a:off x="704850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16" name="text-13-16">
            <a:extLst xmlns:a="http://schemas.openxmlformats.org/drawingml/2006/main">
              <a:ext uri="{FF2B5EF4-FFF2-40B4-BE49-F238E27FC236}">
                <a16:creationId xmlns:a16="http://schemas.microsoft.com/office/drawing/2014/main" id="{AA0B26F7-25B5-4715-B98C-7F5593521A59}"/>
              </a:ext>
            </a:extLst>
          </p:cNvPr>
          <p:cNvSpPr>
            <a:spLocks xmlns:a="http://schemas.openxmlformats.org/drawingml/2006/main" noGrp="1"/>
          </p:cNvSpPr>
          <p:nvPr/>
        </p:nvSpPr>
        <p:spPr>
          <a:xfrm xmlns:a="http://schemas.openxmlformats.org/drawingml/2006/main">
            <a:off x="704850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A5</a:t>
            </a:r>
          </a:p>
        </p:txBody>
      </p:sp>
      <p:sp>
        <p:nvSpPr>
          <p:cNvPr id="17" name="rect-13-17">
            <a:extLst xmlns:a="http://schemas.openxmlformats.org/drawingml/2006/main">
              <a:ext uri="{FF2B5EF4-FFF2-40B4-BE49-F238E27FC236}">
                <a16:creationId xmlns:a16="http://schemas.microsoft.com/office/drawing/2014/main" id="{A574A5F6-D1E6-4F14-8031-604F3A4AD090}"/>
              </a:ext>
            </a:extLst>
          </p:cNvPr>
          <p:cNvSpPr>
            <a:spLocks xmlns:a="http://schemas.openxmlformats.org/drawingml/2006/main" noGrp="1"/>
          </p:cNvSpPr>
          <p:nvPr/>
        </p:nvSpPr>
        <p:spPr>
          <a:xfrm xmlns:a="http://schemas.openxmlformats.org/drawingml/2006/main">
            <a:off x="794385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18" name="text-13-18">
            <a:extLst xmlns:a="http://schemas.openxmlformats.org/drawingml/2006/main">
              <a:ext uri="{FF2B5EF4-FFF2-40B4-BE49-F238E27FC236}">
                <a16:creationId xmlns:a16="http://schemas.microsoft.com/office/drawing/2014/main" id="{2E9D1B9F-0108-4304-8D60-F90D48137931}"/>
              </a:ext>
            </a:extLst>
          </p:cNvPr>
          <p:cNvSpPr>
            <a:spLocks xmlns:a="http://schemas.openxmlformats.org/drawingml/2006/main" noGrp="1"/>
          </p:cNvSpPr>
          <p:nvPr/>
        </p:nvSpPr>
        <p:spPr>
          <a:xfrm xmlns:a="http://schemas.openxmlformats.org/drawingml/2006/main">
            <a:off x="794385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A6</a:t>
            </a:r>
          </a:p>
        </p:txBody>
      </p:sp>
      <p:sp>
        <p:nvSpPr>
          <p:cNvPr id="19" name="rect-13-19">
            <a:extLst xmlns:a="http://schemas.openxmlformats.org/drawingml/2006/main">
              <a:ext uri="{FF2B5EF4-FFF2-40B4-BE49-F238E27FC236}">
                <a16:creationId xmlns:a16="http://schemas.microsoft.com/office/drawing/2014/main" id="{BE94DDE8-A795-4812-8199-02541E1AB087}"/>
              </a:ext>
            </a:extLst>
          </p:cNvPr>
          <p:cNvSpPr>
            <a:spLocks xmlns:a="http://schemas.openxmlformats.org/drawingml/2006/main" noGrp="1"/>
          </p:cNvSpPr>
          <p:nvPr/>
        </p:nvSpPr>
        <p:spPr>
          <a:xfrm xmlns:a="http://schemas.openxmlformats.org/drawingml/2006/main">
            <a:off x="8839200" y="2333625"/>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20" name="text-13-20">
            <a:extLst xmlns:a="http://schemas.openxmlformats.org/drawingml/2006/main">
              <a:ext uri="{FF2B5EF4-FFF2-40B4-BE49-F238E27FC236}">
                <a16:creationId xmlns:a16="http://schemas.microsoft.com/office/drawing/2014/main" id="{2868F912-7887-4DE8-95A2-E48E1E4A19AE}"/>
              </a:ext>
            </a:extLst>
          </p:cNvPr>
          <p:cNvSpPr>
            <a:spLocks xmlns:a="http://schemas.openxmlformats.org/drawingml/2006/main" noGrp="1"/>
          </p:cNvSpPr>
          <p:nvPr/>
        </p:nvSpPr>
        <p:spPr>
          <a:xfrm xmlns:a="http://schemas.openxmlformats.org/drawingml/2006/main">
            <a:off x="8839200" y="2438400"/>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A7</a:t>
            </a:r>
          </a:p>
        </p:txBody>
      </p:sp>
      <p:sp>
        <p:nvSpPr>
          <p:cNvPr id="21" name="text-13-21">
            <a:extLst xmlns:a="http://schemas.openxmlformats.org/drawingml/2006/main">
              <a:ext uri="{FF2B5EF4-FFF2-40B4-BE49-F238E27FC236}">
                <a16:creationId xmlns:a16="http://schemas.microsoft.com/office/drawing/2014/main" id="{E83E9D88-6A90-4D43-8242-BEEC6E432882}"/>
              </a:ext>
            </a:extLst>
          </p:cNvPr>
          <p:cNvSpPr>
            <a:spLocks xmlns:a="http://schemas.openxmlformats.org/drawingml/2006/main" noGrp="1"/>
          </p:cNvSpPr>
          <p:nvPr/>
        </p:nvSpPr>
        <p:spPr>
          <a:xfrm xmlns:a="http://schemas.openxmlformats.org/drawingml/2006/main">
            <a:off x="2571750" y="2952750"/>
            <a:ext cx="857250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Capture anchor = 100</a:t>
            </a:r>
          </a:p>
        </p:txBody>
      </p:sp>
      <p:sp>
        <p:nvSpPr>
          <p:cNvPr id="22" name="text-13-22">
            <a:extLst xmlns:a="http://schemas.openxmlformats.org/drawingml/2006/main">
              <a:ext uri="{FF2B5EF4-FFF2-40B4-BE49-F238E27FC236}">
                <a16:creationId xmlns:a16="http://schemas.microsoft.com/office/drawing/2014/main" id="{28730EE9-855A-4B2A-8B61-7CB2D0DD42DF}"/>
              </a:ext>
            </a:extLst>
          </p:cNvPr>
          <p:cNvSpPr>
            <a:spLocks xmlns:a="http://schemas.openxmlformats.org/drawingml/2006/main" noGrp="1"/>
          </p:cNvSpPr>
          <p:nvPr/>
        </p:nvSpPr>
        <p:spPr>
          <a:xfrm xmlns:a="http://schemas.openxmlformats.org/drawingml/2006/main">
            <a:off x="609600" y="3533775"/>
            <a:ext cx="180975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9B6027"/>
                </a:solidFill>
                <a:latin typeface="Arial"/>
                <a:ea typeface="Arial"/>
                <a:cs typeface="Arial"/>
              </a:defRPr>
            </a:pPr>
            <a:r>
              <a:rPr sz="1950" b="1">
                <a:solidFill>
                  <a:srgbClr val="9B6027"/>
                </a:solidFill>
                <a:latin typeface="Arial"/>
                <a:ea typeface="Arial"/>
                <a:cs typeface="Arial"/>
              </a:rPr>
              <a:t>Past slots</a:t>
            </a:r>
          </a:p>
        </p:txBody>
      </p:sp>
      <p:sp>
        <p:nvSpPr>
          <p:cNvPr id="23" name="rect-13-23">
            <a:extLst xmlns:a="http://schemas.openxmlformats.org/drawingml/2006/main">
              <a:ext uri="{FF2B5EF4-FFF2-40B4-BE49-F238E27FC236}">
                <a16:creationId xmlns:a16="http://schemas.microsoft.com/office/drawing/2014/main" id="{25A9FA01-BC92-4D80-BD9E-A271B61F48E2}"/>
              </a:ext>
            </a:extLst>
          </p:cNvPr>
          <p:cNvSpPr>
            <a:spLocks xmlns:a="http://schemas.openxmlformats.org/drawingml/2006/main" noGrp="1"/>
          </p:cNvSpPr>
          <p:nvPr/>
        </p:nvSpPr>
        <p:spPr>
          <a:xfrm xmlns:a="http://schemas.openxmlformats.org/drawingml/2006/main">
            <a:off x="2571750" y="3429000"/>
            <a:ext cx="781050" cy="514350"/>
          </a:xfrm>
          <a:prstGeom xmlns:a="http://schemas.openxmlformats.org/drawingml/2006/main" prst="rect">
            <a:avLst/>
          </a:prstGeom>
          <a:solidFill xmlns:a="http://schemas.openxmlformats.org/drawingml/2006/main">
            <a:srgbClr val="A1AEB3"/>
          </a:solidFill>
          <a:ln xmlns:a="http://schemas.openxmlformats.org/drawingml/2006/main" w="0">
            <a:noFill/>
          </a:ln>
        </p:spPr>
      </p:sp>
      <p:sp>
        <p:nvSpPr>
          <p:cNvPr id="24" name="text-13-24">
            <a:extLst xmlns:a="http://schemas.openxmlformats.org/drawingml/2006/main">
              <a:ext uri="{FF2B5EF4-FFF2-40B4-BE49-F238E27FC236}">
                <a16:creationId xmlns:a16="http://schemas.microsoft.com/office/drawing/2014/main" id="{E1ABEA30-A614-4FBC-8F04-A7C4F59C29C4}"/>
              </a:ext>
            </a:extLst>
          </p:cNvPr>
          <p:cNvSpPr>
            <a:spLocks xmlns:a="http://schemas.openxmlformats.org/drawingml/2006/main" noGrp="1"/>
          </p:cNvSpPr>
          <p:nvPr/>
        </p:nvSpPr>
        <p:spPr>
          <a:xfrm xmlns:a="http://schemas.openxmlformats.org/drawingml/2006/main">
            <a:off x="2571750" y="353377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A0</a:t>
            </a:r>
          </a:p>
        </p:txBody>
      </p:sp>
      <p:sp>
        <p:nvSpPr>
          <p:cNvPr id="25" name="rect-13-25">
            <a:extLst xmlns:a="http://schemas.openxmlformats.org/drawingml/2006/main">
              <a:ext uri="{FF2B5EF4-FFF2-40B4-BE49-F238E27FC236}">
                <a16:creationId xmlns:a16="http://schemas.microsoft.com/office/drawing/2014/main" id="{64BBA24C-0908-4B69-9577-93212FF94541}"/>
              </a:ext>
            </a:extLst>
          </p:cNvPr>
          <p:cNvSpPr>
            <a:spLocks xmlns:a="http://schemas.openxmlformats.org/drawingml/2006/main" noGrp="1"/>
          </p:cNvSpPr>
          <p:nvPr/>
        </p:nvSpPr>
        <p:spPr>
          <a:xfrm xmlns:a="http://schemas.openxmlformats.org/drawingml/2006/main">
            <a:off x="3467100" y="3429000"/>
            <a:ext cx="781050" cy="514350"/>
          </a:xfrm>
          <a:prstGeom xmlns:a="http://schemas.openxmlformats.org/drawingml/2006/main" prst="rect">
            <a:avLst/>
          </a:prstGeom>
          <a:solidFill xmlns:a="http://schemas.openxmlformats.org/drawingml/2006/main">
            <a:srgbClr val="A1AEB3"/>
          </a:solidFill>
          <a:ln xmlns:a="http://schemas.openxmlformats.org/drawingml/2006/main" w="0">
            <a:noFill/>
          </a:ln>
        </p:spPr>
      </p:sp>
      <p:sp>
        <p:nvSpPr>
          <p:cNvPr id="26" name="text-13-26">
            <a:extLst xmlns:a="http://schemas.openxmlformats.org/drawingml/2006/main">
              <a:ext uri="{FF2B5EF4-FFF2-40B4-BE49-F238E27FC236}">
                <a16:creationId xmlns:a16="http://schemas.microsoft.com/office/drawing/2014/main" id="{4040E18F-5E6C-4541-BC3D-1720F09E5787}"/>
              </a:ext>
            </a:extLst>
          </p:cNvPr>
          <p:cNvSpPr>
            <a:spLocks xmlns:a="http://schemas.openxmlformats.org/drawingml/2006/main" noGrp="1"/>
          </p:cNvSpPr>
          <p:nvPr/>
        </p:nvSpPr>
        <p:spPr>
          <a:xfrm xmlns:a="http://schemas.openxmlformats.org/drawingml/2006/main">
            <a:off x="3467100" y="353377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A1</a:t>
            </a:r>
          </a:p>
        </p:txBody>
      </p:sp>
      <p:sp>
        <p:nvSpPr>
          <p:cNvPr id="27" name="rect-13-27">
            <a:extLst xmlns:a="http://schemas.openxmlformats.org/drawingml/2006/main">
              <a:ext uri="{FF2B5EF4-FFF2-40B4-BE49-F238E27FC236}">
                <a16:creationId xmlns:a16="http://schemas.microsoft.com/office/drawing/2014/main" id="{DB0FCF54-C85F-4A54-816A-C367DF7F6C1A}"/>
              </a:ext>
            </a:extLst>
          </p:cNvPr>
          <p:cNvSpPr>
            <a:spLocks xmlns:a="http://schemas.openxmlformats.org/drawingml/2006/main" noGrp="1"/>
          </p:cNvSpPr>
          <p:nvPr/>
        </p:nvSpPr>
        <p:spPr>
          <a:xfrm xmlns:a="http://schemas.openxmlformats.org/drawingml/2006/main">
            <a:off x="4362450" y="3429000"/>
            <a:ext cx="781050" cy="514350"/>
          </a:xfrm>
          <a:prstGeom xmlns:a="http://schemas.openxmlformats.org/drawingml/2006/main" prst="rect">
            <a:avLst/>
          </a:prstGeom>
          <a:solidFill xmlns:a="http://schemas.openxmlformats.org/drawingml/2006/main">
            <a:srgbClr val="A1AEB3"/>
          </a:solidFill>
          <a:ln xmlns:a="http://schemas.openxmlformats.org/drawingml/2006/main" w="0">
            <a:noFill/>
          </a:ln>
        </p:spPr>
      </p:sp>
      <p:sp>
        <p:nvSpPr>
          <p:cNvPr id="28" name="text-13-28">
            <a:extLst xmlns:a="http://schemas.openxmlformats.org/drawingml/2006/main">
              <a:ext uri="{FF2B5EF4-FFF2-40B4-BE49-F238E27FC236}">
                <a16:creationId xmlns:a16="http://schemas.microsoft.com/office/drawing/2014/main" id="{64AB580D-3D2B-4508-99AE-BECD5A785272}"/>
              </a:ext>
            </a:extLst>
          </p:cNvPr>
          <p:cNvSpPr>
            <a:spLocks xmlns:a="http://schemas.openxmlformats.org/drawingml/2006/main" noGrp="1"/>
          </p:cNvSpPr>
          <p:nvPr/>
        </p:nvSpPr>
        <p:spPr>
          <a:xfrm xmlns:a="http://schemas.openxmlformats.org/drawingml/2006/main">
            <a:off x="4362450" y="353377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A2</a:t>
            </a:r>
          </a:p>
        </p:txBody>
      </p:sp>
      <p:sp>
        <p:nvSpPr>
          <p:cNvPr id="29" name="text-13-29">
            <a:extLst xmlns:a="http://schemas.openxmlformats.org/drawingml/2006/main">
              <a:ext uri="{FF2B5EF4-FFF2-40B4-BE49-F238E27FC236}">
                <a16:creationId xmlns:a16="http://schemas.microsoft.com/office/drawing/2014/main" id="{6C26418C-9756-4C04-ACA8-87CD9F2B13D0}"/>
              </a:ext>
            </a:extLst>
          </p:cNvPr>
          <p:cNvSpPr>
            <a:spLocks xmlns:a="http://schemas.openxmlformats.org/drawingml/2006/main" noGrp="1"/>
          </p:cNvSpPr>
          <p:nvPr/>
        </p:nvSpPr>
        <p:spPr>
          <a:xfrm xmlns:a="http://schemas.openxmlformats.org/drawingml/2006/main">
            <a:off x="5381625" y="3571875"/>
            <a:ext cx="58102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3 slots passed before acceptance; cursor = 103</a:t>
            </a:r>
          </a:p>
        </p:txBody>
      </p:sp>
      <p:sp>
        <p:nvSpPr>
          <p:cNvPr id="30" name="text-13-30">
            <a:extLst xmlns:a="http://schemas.openxmlformats.org/drawingml/2006/main">
              <a:ext uri="{FF2B5EF4-FFF2-40B4-BE49-F238E27FC236}">
                <a16:creationId xmlns:a16="http://schemas.microsoft.com/office/drawing/2014/main" id="{6A1FF500-684F-46C5-8482-19EB4CD7CB64}"/>
              </a:ext>
            </a:extLst>
          </p:cNvPr>
          <p:cNvSpPr>
            <a:spLocks xmlns:a="http://schemas.openxmlformats.org/drawingml/2006/main" noGrp="1"/>
          </p:cNvSpPr>
          <p:nvPr/>
        </p:nvSpPr>
        <p:spPr>
          <a:xfrm xmlns:a="http://schemas.openxmlformats.org/drawingml/2006/main">
            <a:off x="609600" y="4581525"/>
            <a:ext cx="185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267C66"/>
                </a:solidFill>
                <a:latin typeface="Arial"/>
                <a:ea typeface="Arial"/>
                <a:cs typeface="Arial"/>
              </a:defRPr>
            </a:pPr>
            <a:r>
              <a:rPr sz="1875" b="1">
                <a:solidFill>
                  <a:srgbClr val="267C66"/>
                </a:solidFill>
                <a:latin typeface="Arial"/>
                <a:ea typeface="Arial"/>
                <a:cs typeface="Arial"/>
              </a:rPr>
              <a:t>Aligned future</a:t>
            </a:r>
          </a:p>
        </p:txBody>
      </p:sp>
      <p:sp>
        <p:nvSpPr>
          <p:cNvPr id="31" name="rect-13-31">
            <a:extLst xmlns:a="http://schemas.openxmlformats.org/drawingml/2006/main">
              <a:ext uri="{FF2B5EF4-FFF2-40B4-BE49-F238E27FC236}">
                <a16:creationId xmlns:a16="http://schemas.microsoft.com/office/drawing/2014/main" id="{D957C184-111B-445F-8099-874D57D04857}"/>
              </a:ext>
            </a:extLst>
          </p:cNvPr>
          <p:cNvSpPr>
            <a:spLocks xmlns:a="http://schemas.openxmlformats.org/drawingml/2006/main" noGrp="1"/>
          </p:cNvSpPr>
          <p:nvPr/>
        </p:nvSpPr>
        <p:spPr>
          <a:xfrm xmlns:a="http://schemas.openxmlformats.org/drawingml/2006/main">
            <a:off x="2571750" y="4476750"/>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32" name="text-13-32">
            <a:extLst xmlns:a="http://schemas.openxmlformats.org/drawingml/2006/main">
              <a:ext uri="{FF2B5EF4-FFF2-40B4-BE49-F238E27FC236}">
                <a16:creationId xmlns:a16="http://schemas.microsoft.com/office/drawing/2014/main" id="{BBF80140-13FC-4E18-B94D-24490A9C6915}"/>
              </a:ext>
            </a:extLst>
          </p:cNvPr>
          <p:cNvSpPr>
            <a:spLocks xmlns:a="http://schemas.openxmlformats.org/drawingml/2006/main" noGrp="1"/>
          </p:cNvSpPr>
          <p:nvPr/>
        </p:nvSpPr>
        <p:spPr>
          <a:xfrm xmlns:a="http://schemas.openxmlformats.org/drawingml/2006/main">
            <a:off x="2571750" y="458152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A3</a:t>
            </a:r>
          </a:p>
        </p:txBody>
      </p:sp>
      <p:sp>
        <p:nvSpPr>
          <p:cNvPr id="33" name="rect-13-33">
            <a:extLst xmlns:a="http://schemas.openxmlformats.org/drawingml/2006/main">
              <a:ext uri="{FF2B5EF4-FFF2-40B4-BE49-F238E27FC236}">
                <a16:creationId xmlns:a16="http://schemas.microsoft.com/office/drawing/2014/main" id="{A71CCFEA-F1DE-46DC-A8DD-900396305D6B}"/>
              </a:ext>
            </a:extLst>
          </p:cNvPr>
          <p:cNvSpPr>
            <a:spLocks xmlns:a="http://schemas.openxmlformats.org/drawingml/2006/main" noGrp="1"/>
          </p:cNvSpPr>
          <p:nvPr/>
        </p:nvSpPr>
        <p:spPr>
          <a:xfrm xmlns:a="http://schemas.openxmlformats.org/drawingml/2006/main">
            <a:off x="3467100" y="4476750"/>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34" name="text-13-34">
            <a:extLst xmlns:a="http://schemas.openxmlformats.org/drawingml/2006/main">
              <a:ext uri="{FF2B5EF4-FFF2-40B4-BE49-F238E27FC236}">
                <a16:creationId xmlns:a16="http://schemas.microsoft.com/office/drawing/2014/main" id="{5F7777B9-448A-4336-8831-4BD37BEE4652}"/>
              </a:ext>
            </a:extLst>
          </p:cNvPr>
          <p:cNvSpPr>
            <a:spLocks xmlns:a="http://schemas.openxmlformats.org/drawingml/2006/main" noGrp="1"/>
          </p:cNvSpPr>
          <p:nvPr/>
        </p:nvSpPr>
        <p:spPr>
          <a:xfrm xmlns:a="http://schemas.openxmlformats.org/drawingml/2006/main">
            <a:off x="3467100" y="458152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A4</a:t>
            </a:r>
          </a:p>
        </p:txBody>
      </p:sp>
      <p:sp>
        <p:nvSpPr>
          <p:cNvPr id="35" name="rect-13-35">
            <a:extLst xmlns:a="http://schemas.openxmlformats.org/drawingml/2006/main">
              <a:ext uri="{FF2B5EF4-FFF2-40B4-BE49-F238E27FC236}">
                <a16:creationId xmlns:a16="http://schemas.microsoft.com/office/drawing/2014/main" id="{D8B726E9-AE39-4054-91F0-731F62F19036}"/>
              </a:ext>
            </a:extLst>
          </p:cNvPr>
          <p:cNvSpPr>
            <a:spLocks xmlns:a="http://schemas.openxmlformats.org/drawingml/2006/main" noGrp="1"/>
          </p:cNvSpPr>
          <p:nvPr/>
        </p:nvSpPr>
        <p:spPr>
          <a:xfrm xmlns:a="http://schemas.openxmlformats.org/drawingml/2006/main">
            <a:off x="4362450" y="4476750"/>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36" name="text-13-36">
            <a:extLst xmlns:a="http://schemas.openxmlformats.org/drawingml/2006/main">
              <a:ext uri="{FF2B5EF4-FFF2-40B4-BE49-F238E27FC236}">
                <a16:creationId xmlns:a16="http://schemas.microsoft.com/office/drawing/2014/main" id="{F06BB76A-96E7-46AF-8767-A1A8129AB044}"/>
              </a:ext>
            </a:extLst>
          </p:cNvPr>
          <p:cNvSpPr>
            <a:spLocks xmlns:a="http://schemas.openxmlformats.org/drawingml/2006/main" noGrp="1"/>
          </p:cNvSpPr>
          <p:nvPr/>
        </p:nvSpPr>
        <p:spPr>
          <a:xfrm xmlns:a="http://schemas.openxmlformats.org/drawingml/2006/main">
            <a:off x="4362450" y="458152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A5</a:t>
            </a:r>
          </a:p>
        </p:txBody>
      </p:sp>
      <p:sp>
        <p:nvSpPr>
          <p:cNvPr id="37" name="rect-13-37">
            <a:extLst xmlns:a="http://schemas.openxmlformats.org/drawingml/2006/main">
              <a:ext uri="{FF2B5EF4-FFF2-40B4-BE49-F238E27FC236}">
                <a16:creationId xmlns:a16="http://schemas.microsoft.com/office/drawing/2014/main" id="{1E0EA236-2F71-4296-8825-05FCA9B0551A}"/>
              </a:ext>
            </a:extLst>
          </p:cNvPr>
          <p:cNvSpPr>
            <a:spLocks xmlns:a="http://schemas.openxmlformats.org/drawingml/2006/main" noGrp="1"/>
          </p:cNvSpPr>
          <p:nvPr/>
        </p:nvSpPr>
        <p:spPr>
          <a:xfrm xmlns:a="http://schemas.openxmlformats.org/drawingml/2006/main">
            <a:off x="5257800" y="4476750"/>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38" name="text-13-38">
            <a:extLst xmlns:a="http://schemas.openxmlformats.org/drawingml/2006/main">
              <a:ext uri="{FF2B5EF4-FFF2-40B4-BE49-F238E27FC236}">
                <a16:creationId xmlns:a16="http://schemas.microsoft.com/office/drawing/2014/main" id="{37505227-64F4-4875-BB95-031FF2C4E3C0}"/>
              </a:ext>
            </a:extLst>
          </p:cNvPr>
          <p:cNvSpPr>
            <a:spLocks xmlns:a="http://schemas.openxmlformats.org/drawingml/2006/main" noGrp="1"/>
          </p:cNvSpPr>
          <p:nvPr/>
        </p:nvSpPr>
        <p:spPr>
          <a:xfrm xmlns:a="http://schemas.openxmlformats.org/drawingml/2006/main">
            <a:off x="5257800" y="458152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A6</a:t>
            </a:r>
          </a:p>
        </p:txBody>
      </p:sp>
      <p:sp>
        <p:nvSpPr>
          <p:cNvPr id="39" name="rect-13-39">
            <a:extLst xmlns:a="http://schemas.openxmlformats.org/drawingml/2006/main">
              <a:ext uri="{FF2B5EF4-FFF2-40B4-BE49-F238E27FC236}">
                <a16:creationId xmlns:a16="http://schemas.microsoft.com/office/drawing/2014/main" id="{86A2975C-8F02-43A0-BD84-B60F6B5535E9}"/>
              </a:ext>
            </a:extLst>
          </p:cNvPr>
          <p:cNvSpPr>
            <a:spLocks xmlns:a="http://schemas.openxmlformats.org/drawingml/2006/main" noGrp="1"/>
          </p:cNvSpPr>
          <p:nvPr/>
        </p:nvSpPr>
        <p:spPr>
          <a:xfrm xmlns:a="http://schemas.openxmlformats.org/drawingml/2006/main">
            <a:off x="6153150" y="4476750"/>
            <a:ext cx="781050" cy="514350"/>
          </a:xfrm>
          <a:prstGeom xmlns:a="http://schemas.openxmlformats.org/drawingml/2006/main" prst="rect">
            <a:avLst/>
          </a:prstGeom>
          <a:solidFill xmlns:a="http://schemas.openxmlformats.org/drawingml/2006/main">
            <a:srgbClr val="267C66"/>
          </a:solidFill>
          <a:ln xmlns:a="http://schemas.openxmlformats.org/drawingml/2006/main" w="0">
            <a:noFill/>
          </a:ln>
        </p:spPr>
      </p:sp>
      <p:sp>
        <p:nvSpPr>
          <p:cNvPr id="40" name="text-13-40">
            <a:extLst xmlns:a="http://schemas.openxmlformats.org/drawingml/2006/main">
              <a:ext uri="{FF2B5EF4-FFF2-40B4-BE49-F238E27FC236}">
                <a16:creationId xmlns:a16="http://schemas.microsoft.com/office/drawing/2014/main" id="{CF0B3DD8-091B-4DEB-AE5D-D95EE8352B16}"/>
              </a:ext>
            </a:extLst>
          </p:cNvPr>
          <p:cNvSpPr>
            <a:spLocks xmlns:a="http://schemas.openxmlformats.org/drawingml/2006/main" noGrp="1"/>
          </p:cNvSpPr>
          <p:nvPr/>
        </p:nvSpPr>
        <p:spPr>
          <a:xfrm xmlns:a="http://schemas.openxmlformats.org/drawingml/2006/main">
            <a:off x="6153150" y="4581525"/>
            <a:ext cx="7810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A7</a:t>
            </a:r>
          </a:p>
        </p:txBody>
      </p:sp>
      <p:sp>
        <p:nvSpPr>
          <p:cNvPr id="41" name="text-13-41">
            <a:extLst xmlns:a="http://schemas.openxmlformats.org/drawingml/2006/main">
              <a:ext uri="{FF2B5EF4-FFF2-40B4-BE49-F238E27FC236}">
                <a16:creationId xmlns:a16="http://schemas.microsoft.com/office/drawing/2014/main" id="{483FB731-AEE7-4220-A899-03E4CAD1B43F}"/>
              </a:ext>
            </a:extLst>
          </p:cNvPr>
          <p:cNvSpPr>
            <a:spLocks xmlns:a="http://schemas.openxmlformats.org/drawingml/2006/main" noGrp="1"/>
          </p:cNvSpPr>
          <p:nvPr/>
        </p:nvSpPr>
        <p:spPr>
          <a:xfrm xmlns:a="http://schemas.openxmlformats.org/drawingml/2006/main">
            <a:off x="2571750" y="5257800"/>
            <a:ext cx="8763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Append instead keeps old future, then queues A0…A7.</a:t>
            </a:r>
          </a:p>
        </p:txBody>
      </p:sp>
      <p:sp>
        <p:nvSpPr>
          <p:cNvPr id="42" name="rect-13-42">
            <a:extLst xmlns:a="http://schemas.openxmlformats.org/drawingml/2006/main">
              <a:ext uri="{FF2B5EF4-FFF2-40B4-BE49-F238E27FC236}">
                <a16:creationId xmlns:a16="http://schemas.microsoft.com/office/drawing/2014/main" id="{A9D71C23-359A-4F10-80D2-15A90C52CCCC}"/>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43" name="text-13-43">
            <a:extLst xmlns:a="http://schemas.openxmlformats.org/drawingml/2006/main">
              <a:ext uri="{FF2B5EF4-FFF2-40B4-BE49-F238E27FC236}">
                <a16:creationId xmlns:a16="http://schemas.microsoft.com/office/drawing/2014/main" id="{9A211B64-D665-4C4A-A758-3A9B78ABC8F8}"/>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Alignment removes 3 committed slots and replaces only the future: incoming A3…A7.</a:t>
            </a:r>
          </a:p>
        </p:txBody>
      </p:sp>
      <p:sp>
        <p:nvSpPr>
          <p:cNvPr id="44" name="text-13-44">
            <a:extLst xmlns:a="http://schemas.openxmlformats.org/drawingml/2006/main">
              <a:ext uri="{FF2B5EF4-FFF2-40B4-BE49-F238E27FC236}">
                <a16:creationId xmlns:a16="http://schemas.microsoft.com/office/drawing/2014/main" id="{04961D98-81A2-4C08-AE8D-DAD3D9DDE618}"/>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13</a:t>
            </a:r>
          </a:p>
        </p:txBody>
      </p:sp>
    </p:spTree>
    <p:extLst>
      <p:ext uri="{BB962C8B-B14F-4D97-AF65-F5344CB8AC3E}">
        <p14:creationId xmlns:p14="http://schemas.microsoft.com/office/powerpoint/2010/main" val="1419740220"/>
      </p:ext>
    </p:extLst>
  </p:cSld>
</p:sld>
</file>

<file path=ppt/slides/slide1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14-1">
            <a:extLst xmlns:a="http://schemas.openxmlformats.org/drawingml/2006/main">
              <a:ext uri="{FF2B5EF4-FFF2-40B4-BE49-F238E27FC236}">
                <a16:creationId xmlns:a16="http://schemas.microsoft.com/office/drawing/2014/main" id="{62AD5617-5ED0-40ED-9212-94E9D95001B0}"/>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4-2">
            <a:extLst xmlns:a="http://schemas.openxmlformats.org/drawingml/2006/main">
              <a:ext uri="{FF2B5EF4-FFF2-40B4-BE49-F238E27FC236}">
                <a16:creationId xmlns:a16="http://schemas.microsoft.com/office/drawing/2014/main" id="{897C0702-8733-474E-B333-1863A8237E8D}"/>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Blending operates on matching future slots</a:t>
            </a:r>
          </a:p>
        </p:txBody>
      </p:sp>
      <p:sp>
        <p:nvSpPr>
          <p:cNvPr id="3" name="text-14-3">
            <a:extLst xmlns:a="http://schemas.openxmlformats.org/drawingml/2006/main">
              <a:ext uri="{FF2B5EF4-FFF2-40B4-BE49-F238E27FC236}">
                <a16:creationId xmlns:a16="http://schemas.microsoft.com/office/drawing/2014/main" id="{2E17F517-616A-4AEE-AB5F-EDBADC0BF019}"/>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First align the trajectories. Then average eligible canonical coordinates.</a:t>
            </a:r>
          </a:p>
        </p:txBody>
      </p:sp>
      <p:sp>
        <p:nvSpPr>
          <p:cNvPr id="4" name="rect-14-4">
            <a:extLst xmlns:a="http://schemas.openxmlformats.org/drawingml/2006/main">
              <a:ext uri="{FF2B5EF4-FFF2-40B4-BE49-F238E27FC236}">
                <a16:creationId xmlns:a16="http://schemas.microsoft.com/office/drawing/2014/main" id="{CF15962F-3286-4CF7-8D9A-386CCCE8FEC6}"/>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14-5">
            <a:extLst xmlns:a="http://schemas.openxmlformats.org/drawingml/2006/main">
              <a:ext uri="{FF2B5EF4-FFF2-40B4-BE49-F238E27FC236}">
                <a16:creationId xmlns:a16="http://schemas.microsoft.com/office/drawing/2014/main" id="{ADECA601-FB32-4F45-BF00-0E561A26046F}"/>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Old future</a:t>
            </a:r>
          </a:p>
        </p:txBody>
      </p:sp>
      <p:sp>
        <p:nvSpPr>
          <p:cNvPr id="6" name="text-14-6">
            <a:extLst xmlns:a="http://schemas.openxmlformats.org/drawingml/2006/main">
              <a:ext uri="{FF2B5EF4-FFF2-40B4-BE49-F238E27FC236}">
                <a16:creationId xmlns:a16="http://schemas.microsoft.com/office/drawing/2014/main" id="{7C1D83DD-B271-4F5E-8A63-4AFC99925B5B}"/>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slot k: joint = 10</a:t>
            </a:r>
          </a:p>
        </p:txBody>
      </p:sp>
      <p:sp>
        <p:nvSpPr>
          <p:cNvPr id="7" name="text-14-7">
            <a:extLst xmlns:a="http://schemas.openxmlformats.org/drawingml/2006/main">
              <a:ext uri="{FF2B5EF4-FFF2-40B4-BE49-F238E27FC236}">
                <a16:creationId xmlns:a16="http://schemas.microsoft.com/office/drawing/2014/main" id="{44BBAE90-C0BE-4450-9730-1316E1ADB6BC}"/>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gripper = 0</a:t>
            </a:r>
          </a:p>
        </p:txBody>
      </p:sp>
      <p:sp>
        <p:nvSpPr>
          <p:cNvPr id="8" name="text-14-8">
            <a:extLst xmlns:a="http://schemas.openxmlformats.org/drawingml/2006/main">
              <a:ext uri="{FF2B5EF4-FFF2-40B4-BE49-F238E27FC236}">
                <a16:creationId xmlns:a16="http://schemas.microsoft.com/office/drawing/2014/main" id="{A24EC6AC-B717-4D5D-9088-573227CA7646}"/>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14-9">
            <a:extLst xmlns:a="http://schemas.openxmlformats.org/drawingml/2006/main">
              <a:ext uri="{FF2B5EF4-FFF2-40B4-BE49-F238E27FC236}">
                <a16:creationId xmlns:a16="http://schemas.microsoft.com/office/drawing/2014/main" id="{0856B9C2-2729-47CD-A87D-0CF8F8356011}"/>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14-10">
            <a:extLst xmlns:a="http://schemas.openxmlformats.org/drawingml/2006/main">
              <a:ext uri="{FF2B5EF4-FFF2-40B4-BE49-F238E27FC236}">
                <a16:creationId xmlns:a16="http://schemas.microsoft.com/office/drawing/2014/main" id="{2FDEA48C-AC6D-414B-878C-D1F7B5DD856F}"/>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Incoming future</a:t>
            </a:r>
          </a:p>
        </p:txBody>
      </p:sp>
      <p:sp>
        <p:nvSpPr>
          <p:cNvPr id="11" name="text-14-11">
            <a:extLst xmlns:a="http://schemas.openxmlformats.org/drawingml/2006/main">
              <a:ext uri="{FF2B5EF4-FFF2-40B4-BE49-F238E27FC236}">
                <a16:creationId xmlns:a16="http://schemas.microsoft.com/office/drawing/2014/main" id="{5EAE4EBD-CB3A-4A7E-B1E1-F8691A53FD7B}"/>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same slot k: joint = 18</a:t>
            </a:r>
          </a:p>
        </p:txBody>
      </p:sp>
      <p:sp>
        <p:nvSpPr>
          <p:cNvPr id="12" name="text-14-12">
            <a:extLst xmlns:a="http://schemas.openxmlformats.org/drawingml/2006/main">
              <a:ext uri="{FF2B5EF4-FFF2-40B4-BE49-F238E27FC236}">
                <a16:creationId xmlns:a16="http://schemas.microsoft.com/office/drawing/2014/main" id="{563AB10C-387C-45AD-873E-BBAF5AB1D3CF}"/>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gripper = 1</a:t>
            </a:r>
          </a:p>
        </p:txBody>
      </p:sp>
      <p:sp>
        <p:nvSpPr>
          <p:cNvPr id="13" name="text-14-13">
            <a:extLst xmlns:a="http://schemas.openxmlformats.org/drawingml/2006/main">
              <a:ext uri="{FF2B5EF4-FFF2-40B4-BE49-F238E27FC236}">
                <a16:creationId xmlns:a16="http://schemas.microsoft.com/office/drawing/2014/main" id="{BDD31B44-5C2D-495B-A7C9-210534E2FF64}"/>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4" name="rect-14-14">
            <a:extLst xmlns:a="http://schemas.openxmlformats.org/drawingml/2006/main">
              <a:ext uri="{FF2B5EF4-FFF2-40B4-BE49-F238E27FC236}">
                <a16:creationId xmlns:a16="http://schemas.microsoft.com/office/drawing/2014/main" id="{593D7875-E822-4A4A-BC64-F06822A9B14F}"/>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5" name="text-14-15">
            <a:extLst xmlns:a="http://schemas.openxmlformats.org/drawingml/2006/main">
              <a:ext uri="{FF2B5EF4-FFF2-40B4-BE49-F238E27FC236}">
                <a16:creationId xmlns:a16="http://schemas.microsoft.com/office/drawing/2014/main" id="{DAF715F3-1149-44F6-9A37-732507B3E8CB}"/>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Blend: w = 0.5</a:t>
            </a:r>
          </a:p>
        </p:txBody>
      </p:sp>
      <p:sp>
        <p:nvSpPr>
          <p:cNvPr id="16" name="text-14-16">
            <a:extLst xmlns:a="http://schemas.openxmlformats.org/drawingml/2006/main">
              <a:ext uri="{FF2B5EF4-FFF2-40B4-BE49-F238E27FC236}">
                <a16:creationId xmlns:a16="http://schemas.microsoft.com/office/drawing/2014/main" id="{C535F925-B615-4217-9243-03ED8009E200}"/>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joint = 0.5×10 +</a:t>
            </a:r>
          </a:p>
        </p:txBody>
      </p:sp>
      <p:sp>
        <p:nvSpPr>
          <p:cNvPr id="17" name="text-14-17">
            <a:extLst xmlns:a="http://schemas.openxmlformats.org/drawingml/2006/main">
              <a:ext uri="{FF2B5EF4-FFF2-40B4-BE49-F238E27FC236}">
                <a16:creationId xmlns:a16="http://schemas.microsoft.com/office/drawing/2014/main" id="{9A92E2C0-5DFF-4CDC-97B3-103D2989A5C2}"/>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0.5×18</a:t>
            </a:r>
          </a:p>
        </p:txBody>
      </p:sp>
      <p:sp>
        <p:nvSpPr>
          <p:cNvPr id="18" name="text-14-18">
            <a:extLst xmlns:a="http://schemas.openxmlformats.org/drawingml/2006/main">
              <a:ext uri="{FF2B5EF4-FFF2-40B4-BE49-F238E27FC236}">
                <a16:creationId xmlns:a16="http://schemas.microsoft.com/office/drawing/2014/main" id="{AD19C21C-40A3-4664-9E6C-AB4D5FAE38EE}"/>
              </a:ext>
            </a:extLst>
          </p:cNvPr>
          <p:cNvSpPr>
            <a:spLocks xmlns:a="http://schemas.openxmlformats.org/drawingml/2006/main" noGrp="1"/>
          </p:cNvSpPr>
          <p:nvPr/>
        </p:nvSpPr>
        <p:spPr>
          <a:xfrm xmlns:a="http://schemas.openxmlformats.org/drawingml/2006/main">
            <a:off x="6486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 14</a:t>
            </a:r>
          </a:p>
        </p:txBody>
      </p:sp>
      <p:sp>
        <p:nvSpPr>
          <p:cNvPr id="19" name="text-14-19">
            <a:extLst xmlns:a="http://schemas.openxmlformats.org/drawingml/2006/main">
              <a:ext uri="{FF2B5EF4-FFF2-40B4-BE49-F238E27FC236}">
                <a16:creationId xmlns:a16="http://schemas.microsoft.com/office/drawing/2014/main" id="{27811A52-FBB7-41F5-AF0B-57EF9EC74902}"/>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0" name="rect-14-20">
            <a:extLst xmlns:a="http://schemas.openxmlformats.org/drawingml/2006/main">
              <a:ext uri="{FF2B5EF4-FFF2-40B4-BE49-F238E27FC236}">
                <a16:creationId xmlns:a16="http://schemas.microsoft.com/office/drawing/2014/main" id="{7761C959-22C3-4D6A-90CA-17F8B6A4BF76}"/>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1" name="text-14-21">
            <a:extLst xmlns:a="http://schemas.openxmlformats.org/drawingml/2006/main">
              <a:ext uri="{FF2B5EF4-FFF2-40B4-BE49-F238E27FC236}">
                <a16:creationId xmlns:a16="http://schemas.microsoft.com/office/drawing/2014/main" id="{B414FB82-9AFF-4986-B5F6-918B943EE777}"/>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Unselected axis</a:t>
            </a:r>
          </a:p>
        </p:txBody>
      </p:sp>
      <p:sp>
        <p:nvSpPr>
          <p:cNvPr id="22" name="text-14-22">
            <a:extLst xmlns:a="http://schemas.openxmlformats.org/drawingml/2006/main">
              <a:ext uri="{FF2B5EF4-FFF2-40B4-BE49-F238E27FC236}">
                <a16:creationId xmlns:a16="http://schemas.microsoft.com/office/drawing/2014/main" id="{AC4F8DB3-ABF4-4C38-B484-C535A71AA789}"/>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gripper = incoming 1</a:t>
            </a:r>
          </a:p>
        </p:txBody>
      </p:sp>
      <p:sp>
        <p:nvSpPr>
          <p:cNvPr id="23" name="text-14-23">
            <a:extLst xmlns:a="http://schemas.openxmlformats.org/drawingml/2006/main">
              <a:ext uri="{FF2B5EF4-FFF2-40B4-BE49-F238E27FC236}">
                <a16:creationId xmlns:a16="http://schemas.microsoft.com/office/drawing/2014/main" id="{018CA185-A9FF-47A1-8BCF-E40569CC81EF}"/>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no implicit averaging</a:t>
            </a:r>
          </a:p>
        </p:txBody>
      </p:sp>
      <p:sp>
        <p:nvSpPr>
          <p:cNvPr id="24" name="rect-14-24">
            <a:extLst xmlns:a="http://schemas.openxmlformats.org/drawingml/2006/main">
              <a:ext uri="{FF2B5EF4-FFF2-40B4-BE49-F238E27FC236}">
                <a16:creationId xmlns:a16="http://schemas.microsoft.com/office/drawing/2014/main" id="{38E3F2FF-F78B-4600-802A-72181CA24772}"/>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14-25">
            <a:extLst xmlns:a="http://schemas.openxmlformats.org/drawingml/2006/main">
              <a:ext uri="{FF2B5EF4-FFF2-40B4-BE49-F238E27FC236}">
                <a16:creationId xmlns:a16="http://schemas.microsoft.com/office/drawing/2014/main" id="{355F2869-6E01-423D-AFC1-DA26729199CF}"/>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blend_weight is the incoming fraction; blend_steps limits eligible overlap.</a:t>
            </a:r>
          </a:p>
        </p:txBody>
      </p:sp>
      <p:sp>
        <p:nvSpPr>
          <p:cNvPr id="26" name="text-14-26">
            <a:extLst xmlns:a="http://schemas.openxmlformats.org/drawingml/2006/main">
              <a:ext uri="{FF2B5EF4-FFF2-40B4-BE49-F238E27FC236}">
                <a16:creationId xmlns:a16="http://schemas.microsoft.com/office/drawing/2014/main" id="{65BFBECE-2D08-4FD8-A292-E956F8051FD3}"/>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14</a:t>
            </a:r>
          </a:p>
        </p:txBody>
      </p:sp>
    </p:spTree>
    <p:extLst>
      <p:ext uri="{BB962C8B-B14F-4D97-AF65-F5344CB8AC3E}">
        <p14:creationId xmlns:p14="http://schemas.microsoft.com/office/powerpoint/2010/main" val="1304222742"/>
      </p:ext>
    </p:extLst>
  </p:cSld>
</p:sld>
</file>

<file path=ppt/slides/slide1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5" name="text-15-1">
            <a:extLst xmlns:a="http://schemas.openxmlformats.org/drawingml/2006/main">
              <a:ext uri="{FF2B5EF4-FFF2-40B4-BE49-F238E27FC236}">
                <a16:creationId xmlns:a16="http://schemas.microsoft.com/office/drawing/2014/main" id="{72C5417B-1CB1-4471-B40B-922B34425551}"/>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5-2">
            <a:extLst xmlns:a="http://schemas.openxmlformats.org/drawingml/2006/main">
              <a:ext uri="{FF2B5EF4-FFF2-40B4-BE49-F238E27FC236}">
                <a16:creationId xmlns:a16="http://schemas.microsoft.com/office/drawing/2014/main" id="{FBB18B86-52B7-44C3-A19E-9B4DE1A2AA71}"/>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Refill is a playback threshold</a:t>
            </a:r>
          </a:p>
        </p:txBody>
      </p:sp>
      <p:sp>
        <p:nvSpPr>
          <p:cNvPr id="3" name="text-15-3">
            <a:extLst xmlns:a="http://schemas.openxmlformats.org/drawingml/2006/main">
              <a:ext uri="{FF2B5EF4-FFF2-40B4-BE49-F238E27FC236}">
                <a16:creationId xmlns:a16="http://schemas.microsoft.com/office/drawing/2014/main" id="{DBE3F01C-714B-4B30-8BCA-805303D37598}"/>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worker asks whether another prediction is needed, not whether a timer fired.</a:t>
            </a:r>
          </a:p>
        </p:txBody>
      </p:sp>
      <p:sp>
        <p:nvSpPr>
          <p:cNvPr id="4" name="text-15-4">
            <a:extLst xmlns:a="http://schemas.openxmlformats.org/drawingml/2006/main">
              <a:ext uri="{FF2B5EF4-FFF2-40B4-BE49-F238E27FC236}">
                <a16:creationId xmlns:a16="http://schemas.microsoft.com/office/drawing/2014/main" id="{84E73FCC-C0F4-41C2-8EBD-BFE40EAFBB79}"/>
              </a:ext>
            </a:extLst>
          </p:cNvPr>
          <p:cNvSpPr>
            <a:spLocks xmlns:a="http://schemas.openxmlformats.org/drawingml/2006/main" noGrp="1"/>
          </p:cNvSpPr>
          <p:nvPr/>
        </p:nvSpPr>
        <p:spPr>
          <a:xfrm xmlns:a="http://schemas.openxmlformats.org/drawingml/2006/main">
            <a:off x="609600" y="2066925"/>
            <a:ext cx="109728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7B9F"/>
                </a:solidFill>
                <a:latin typeface="Arial"/>
                <a:ea typeface="Arial"/>
                <a:cs typeface="Arial"/>
              </a:defRPr>
            </a:pPr>
            <a:r>
              <a:rPr sz="2175" b="1">
                <a:solidFill>
                  <a:srgbClr val="177B9F"/>
                </a:solidFill>
                <a:latin typeface="Arial"/>
                <a:ea typeface="Arial"/>
                <a:cs typeface="Arial"/>
              </a:rPr>
              <a:t>Δ = 1 / action_fps</a:t>
            </a:r>
          </a:p>
        </p:txBody>
      </p:sp>
      <p:sp>
        <p:nvSpPr>
          <p:cNvPr id="5" name="text-15-5">
            <a:extLst xmlns:a="http://schemas.openxmlformats.org/drawingml/2006/main">
              <a:ext uri="{FF2B5EF4-FFF2-40B4-BE49-F238E27FC236}">
                <a16:creationId xmlns:a16="http://schemas.microsoft.com/office/drawing/2014/main" id="{30E86D1A-2D7E-42DD-901F-B9A49D86BF6C}"/>
              </a:ext>
            </a:extLst>
          </p:cNvPr>
          <p:cNvSpPr>
            <a:spLocks xmlns:a="http://schemas.openxmlformats.org/drawingml/2006/main" noGrp="1"/>
          </p:cNvSpPr>
          <p:nvPr/>
        </p:nvSpPr>
        <p:spPr>
          <a:xfrm xmlns:a="http://schemas.openxmlformats.org/drawingml/2006/main">
            <a:off x="609600" y="2447925"/>
            <a:ext cx="1097280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Nominal seconds per policy endpoint</a:t>
            </a:r>
          </a:p>
        </p:txBody>
      </p:sp>
      <p:sp>
        <p:nvSpPr>
          <p:cNvPr id="6" name="text-15-6">
            <a:extLst xmlns:a="http://schemas.openxmlformats.org/drawingml/2006/main">
              <a:ext uri="{FF2B5EF4-FFF2-40B4-BE49-F238E27FC236}">
                <a16:creationId xmlns:a16="http://schemas.microsoft.com/office/drawing/2014/main" id="{137183F3-880E-4DAA-8AE4-DE9A554FE355}"/>
              </a:ext>
            </a:extLst>
          </p:cNvPr>
          <p:cNvSpPr>
            <a:spLocks xmlns:a="http://schemas.openxmlformats.org/drawingml/2006/main" noGrp="1"/>
          </p:cNvSpPr>
          <p:nvPr/>
        </p:nvSpPr>
        <p:spPr>
          <a:xfrm xmlns:a="http://schemas.openxmlformats.org/drawingml/2006/main">
            <a:off x="609600" y="2876550"/>
            <a:ext cx="109728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7B9F"/>
                </a:solidFill>
                <a:latin typeface="Arial"/>
                <a:ea typeface="Arial"/>
                <a:cs typeface="Arial"/>
              </a:defRPr>
            </a:pPr>
            <a:r>
              <a:rPr sz="2175" b="1">
                <a:solidFill>
                  <a:srgbClr val="177B9F"/>
                </a:solidFill>
                <a:latin typeface="Arial"/>
                <a:ea typeface="Arial"/>
                <a:cs typeface="Arial"/>
              </a:rPr>
              <a:t>L = max recent steady turnaround</a:t>
            </a:r>
          </a:p>
        </p:txBody>
      </p:sp>
      <p:sp>
        <p:nvSpPr>
          <p:cNvPr id="7" name="text-15-7">
            <a:extLst xmlns:a="http://schemas.openxmlformats.org/drawingml/2006/main">
              <a:ext uri="{FF2B5EF4-FFF2-40B4-BE49-F238E27FC236}">
                <a16:creationId xmlns:a16="http://schemas.microsoft.com/office/drawing/2014/main" id="{226AF834-2EB5-435D-AEE9-BBE3BD27BCF4}"/>
              </a:ext>
            </a:extLst>
          </p:cNvPr>
          <p:cNvSpPr>
            <a:spLocks xmlns:a="http://schemas.openxmlformats.org/drawingml/2006/main" noGrp="1"/>
          </p:cNvSpPr>
          <p:nvPr/>
        </p:nvSpPr>
        <p:spPr>
          <a:xfrm xmlns:a="http://schemas.openxmlformats.org/drawingml/2006/main">
            <a:off x="609600" y="3257550"/>
            <a:ext cx="1097280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Up to 100 completed requests; first completion excluded</a:t>
            </a:r>
          </a:p>
        </p:txBody>
      </p:sp>
      <p:sp>
        <p:nvSpPr>
          <p:cNvPr id="8" name="text-15-8">
            <a:extLst xmlns:a="http://schemas.openxmlformats.org/drawingml/2006/main">
              <a:ext uri="{FF2B5EF4-FFF2-40B4-BE49-F238E27FC236}">
                <a16:creationId xmlns:a16="http://schemas.microsoft.com/office/drawing/2014/main" id="{3E15EE3D-7357-430B-8AAF-0A13BFE22A4B}"/>
              </a:ext>
            </a:extLst>
          </p:cNvPr>
          <p:cNvSpPr>
            <a:spLocks xmlns:a="http://schemas.openxmlformats.org/drawingml/2006/main" noGrp="1"/>
          </p:cNvSpPr>
          <p:nvPr/>
        </p:nvSpPr>
        <p:spPr>
          <a:xfrm xmlns:a="http://schemas.openxmlformats.org/drawingml/2006/main">
            <a:off x="609600" y="3686175"/>
            <a:ext cx="109728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7B9F"/>
                </a:solidFill>
                <a:latin typeface="Arial"/>
                <a:ea typeface="Arial"/>
                <a:cs typeface="Arial"/>
              </a:defRPr>
            </a:pPr>
            <a:r>
              <a:rPr sz="2175" b="1">
                <a:solidFill>
                  <a:srgbClr val="177B9F"/>
                </a:solidFill>
                <a:latin typeface="Arial"/>
                <a:ea typeface="Arial"/>
                <a:cs typeface="Arial"/>
              </a:rPr>
              <a:t>R_effective = max(refill_seconds, L + Δ)</a:t>
            </a:r>
          </a:p>
        </p:txBody>
      </p:sp>
      <p:sp>
        <p:nvSpPr>
          <p:cNvPr id="9" name="text-15-9">
            <a:extLst xmlns:a="http://schemas.openxmlformats.org/drawingml/2006/main">
              <a:ext uri="{FF2B5EF4-FFF2-40B4-BE49-F238E27FC236}">
                <a16:creationId xmlns:a16="http://schemas.microsoft.com/office/drawing/2014/main" id="{2F719898-A85E-423A-A1DF-567A25C594B7}"/>
              </a:ext>
            </a:extLst>
          </p:cNvPr>
          <p:cNvSpPr>
            <a:spLocks xmlns:a="http://schemas.openxmlformats.org/drawingml/2006/main" noGrp="1"/>
          </p:cNvSpPr>
          <p:nvPr/>
        </p:nvSpPr>
        <p:spPr>
          <a:xfrm xmlns:a="http://schemas.openxmlformats.org/drawingml/2006/main">
            <a:off x="609600" y="4067175"/>
            <a:ext cx="1097280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Measured headroom can raise the configured threshold</a:t>
            </a:r>
          </a:p>
        </p:txBody>
      </p:sp>
      <p:sp>
        <p:nvSpPr>
          <p:cNvPr id="10" name="text-15-10">
            <a:extLst xmlns:a="http://schemas.openxmlformats.org/drawingml/2006/main">
              <a:ext uri="{FF2B5EF4-FFF2-40B4-BE49-F238E27FC236}">
                <a16:creationId xmlns:a16="http://schemas.microsoft.com/office/drawing/2014/main" id="{67F87113-1D86-4AE3-8ABD-57D9F05B801A}"/>
              </a:ext>
            </a:extLst>
          </p:cNvPr>
          <p:cNvSpPr>
            <a:spLocks xmlns:a="http://schemas.openxmlformats.org/drawingml/2006/main" noGrp="1"/>
          </p:cNvSpPr>
          <p:nvPr/>
        </p:nvSpPr>
        <p:spPr>
          <a:xfrm xmlns:a="http://schemas.openxmlformats.org/drawingml/2006/main">
            <a:off x="609600" y="4495800"/>
            <a:ext cx="109728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7B9F"/>
                </a:solidFill>
                <a:latin typeface="Arial"/>
                <a:ea typeface="Arial"/>
                <a:cs typeface="Arial"/>
              </a:defRPr>
            </a:pPr>
            <a:r>
              <a:rPr sz="2175" b="1">
                <a:solidFill>
                  <a:srgbClr val="177B9F"/>
                </a:solidFill>
                <a:latin typeface="Arial"/>
                <a:ea typeface="Arial"/>
                <a:cs typeface="Arial"/>
              </a:rPr>
              <a:t>request when queued_steps × Δ ≤ R_effective</a:t>
            </a:r>
          </a:p>
        </p:txBody>
      </p:sp>
      <p:sp>
        <p:nvSpPr>
          <p:cNvPr id="11" name="text-15-11">
            <a:extLst xmlns:a="http://schemas.openxmlformats.org/drawingml/2006/main">
              <a:ext uri="{FF2B5EF4-FFF2-40B4-BE49-F238E27FC236}">
                <a16:creationId xmlns:a16="http://schemas.microsoft.com/office/drawing/2014/main" id="{526CFDAA-7E80-497B-AD38-FF5441D8D07F}"/>
              </a:ext>
            </a:extLst>
          </p:cNvPr>
          <p:cNvSpPr>
            <a:spLocks xmlns:a="http://schemas.openxmlformats.org/drawingml/2006/main" noGrp="1"/>
          </p:cNvSpPr>
          <p:nvPr/>
        </p:nvSpPr>
        <p:spPr>
          <a:xfrm xmlns:a="http://schemas.openxmlformats.org/drawingml/2006/main">
            <a:off x="609600" y="4876800"/>
            <a:ext cx="1097280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26777"/>
                </a:solidFill>
                <a:latin typeface="Arial"/>
                <a:ea typeface="Arial"/>
                <a:cs typeface="Arial"/>
              </a:defRPr>
            </a:pPr>
            <a:r>
              <a:rPr sz="1650" b="0">
                <a:solidFill>
                  <a:srgbClr val="526777"/>
                </a:solidFill>
                <a:latin typeface="Arial"/>
                <a:ea typeface="Arial"/>
                <a:cs typeface="Arial"/>
              </a:rPr>
              <a:t>Still requires permission, a fresh capture and no in-flight request</a:t>
            </a:r>
          </a:p>
        </p:txBody>
      </p:sp>
      <p:sp>
        <p:nvSpPr>
          <p:cNvPr id="12" name="rect-15-12">
            <a:extLst xmlns:a="http://schemas.openxmlformats.org/drawingml/2006/main">
              <a:ext uri="{FF2B5EF4-FFF2-40B4-BE49-F238E27FC236}">
                <a16:creationId xmlns:a16="http://schemas.microsoft.com/office/drawing/2014/main" id="{493DD3A5-F2A0-485A-A910-0536B94F6ED8}"/>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3" name="text-15-13">
            <a:extLst xmlns:a="http://schemas.openxmlformats.org/drawingml/2006/main">
              <a:ext uri="{FF2B5EF4-FFF2-40B4-BE49-F238E27FC236}">
                <a16:creationId xmlns:a16="http://schemas.microsoft.com/office/drawing/2014/main" id="{5754D536-AF61-4966-B5B8-C8E79D664E3F}"/>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Larger refill usually requests earlier. Smaller refill lets more of the trajectory execute.</a:t>
            </a:r>
          </a:p>
        </p:txBody>
      </p:sp>
      <p:sp>
        <p:nvSpPr>
          <p:cNvPr id="14" name="text-15-14">
            <a:extLst xmlns:a="http://schemas.openxmlformats.org/drawingml/2006/main">
              <a:ext uri="{FF2B5EF4-FFF2-40B4-BE49-F238E27FC236}">
                <a16:creationId xmlns:a16="http://schemas.microsoft.com/office/drawing/2014/main" id="{02D16CC4-F438-4B76-9757-02C376380002}"/>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15</a:t>
            </a:r>
          </a:p>
        </p:txBody>
      </p:sp>
    </p:spTree>
    <p:extLst>
      <p:ext uri="{BB962C8B-B14F-4D97-AF65-F5344CB8AC3E}">
        <p14:creationId xmlns:p14="http://schemas.microsoft.com/office/powerpoint/2010/main" val="1462140571"/>
      </p:ext>
    </p:extLst>
  </p:cSld>
</p:sld>
</file>

<file path=ppt/slides/slide1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text-16-1">
            <a:extLst xmlns:a="http://schemas.openxmlformats.org/drawingml/2006/main">
              <a:ext uri="{FF2B5EF4-FFF2-40B4-BE49-F238E27FC236}">
                <a16:creationId xmlns:a16="http://schemas.microsoft.com/office/drawing/2014/main" id="{6891DE3C-73F5-45F8-94A5-94324F761B96}"/>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6-2">
            <a:extLst xmlns:a="http://schemas.openxmlformats.org/drawingml/2006/main">
              <a:ext uri="{FF2B5EF4-FFF2-40B4-BE49-F238E27FC236}">
                <a16:creationId xmlns:a16="http://schemas.microsoft.com/office/drawing/2014/main" id="{3DF36333-264B-40DC-849C-78124E1A731D}"/>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Explore request timing</a:t>
            </a:r>
          </a:p>
        </p:txBody>
      </p:sp>
      <p:sp>
        <p:nvSpPr>
          <p:cNvPr id="3" name="text-16-3">
            <a:extLst xmlns:a="http://schemas.openxmlformats.org/drawingml/2006/main">
              <a:ext uri="{FF2B5EF4-FFF2-40B4-BE49-F238E27FC236}">
                <a16:creationId xmlns:a16="http://schemas.microsoft.com/office/drawing/2014/main" id="{D8D1AA7D-283E-4072-B50A-B313BDB1D5DB}"/>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Idealized aligned playback: 24 actions at 30 Hz, with 100 ms turnaround.</a:t>
            </a:r>
          </a:p>
        </p:txBody>
      </p:sp>
      <p:sp>
        <p:nvSpPr>
          <p:cNvPr id="4" name="text-16-4">
            <a:extLst xmlns:a="http://schemas.openxmlformats.org/drawingml/2006/main">
              <a:ext uri="{FF2B5EF4-FFF2-40B4-BE49-F238E27FC236}">
                <a16:creationId xmlns:a16="http://schemas.microsoft.com/office/drawing/2014/main" id="{808E79D1-6B3E-4208-BFC4-25D30FF10FFC}"/>
              </a:ext>
            </a:extLst>
          </p:cNvPr>
          <p:cNvSpPr>
            <a:spLocks xmlns:a="http://schemas.openxmlformats.org/drawingml/2006/main" noGrp="1"/>
          </p:cNvSpPr>
          <p:nvPr/>
        </p:nvSpPr>
        <p:spPr>
          <a:xfrm xmlns:a="http://schemas.openxmlformats.org/drawingml/2006/main">
            <a:off x="609600" y="2133600"/>
            <a:ext cx="109728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177B9F"/>
                </a:solidFill>
                <a:latin typeface="Arial"/>
                <a:ea typeface="Arial"/>
                <a:cs typeface="Arial"/>
              </a:defRPr>
            </a:pPr>
            <a:r>
              <a:rPr sz="2250" b="1">
                <a:solidFill>
                  <a:srgbClr val="177B9F"/>
                </a:solidFill>
                <a:latin typeface="Arial"/>
                <a:ea typeface="Arial"/>
                <a:cs typeface="Arial"/>
              </a:rPr>
              <a:t>One prediction horizon: 24 / 30 = 0.8 seconds</a:t>
            </a:r>
          </a:p>
        </p:txBody>
      </p:sp>
      <p:sp>
        <p:nvSpPr>
          <p:cNvPr id="5" name="rect-16-5">
            <a:extLst xmlns:a="http://schemas.openxmlformats.org/drawingml/2006/main">
              <a:ext uri="{FF2B5EF4-FFF2-40B4-BE49-F238E27FC236}">
                <a16:creationId xmlns:a16="http://schemas.microsoft.com/office/drawing/2014/main" id="{02FDF661-18E5-414E-90E5-1FD0F517E6E5}"/>
              </a:ext>
            </a:extLst>
          </p:cNvPr>
          <p:cNvSpPr>
            <a:spLocks xmlns:a="http://schemas.openxmlformats.org/drawingml/2006/main" noGrp="1"/>
          </p:cNvSpPr>
          <p:nvPr/>
        </p:nvSpPr>
        <p:spPr>
          <a:xfrm xmlns:a="http://schemas.openxmlformats.org/drawingml/2006/main">
            <a:off x="1047750" y="2905125"/>
            <a:ext cx="7200900" cy="666750"/>
          </a:xfrm>
          <a:prstGeom xmlns:a="http://schemas.openxmlformats.org/drawingml/2006/main" prst="rect">
            <a:avLst/>
          </a:prstGeom>
          <a:solidFill xmlns:a="http://schemas.openxmlformats.org/drawingml/2006/main">
            <a:srgbClr val="D5E4E0"/>
          </a:solidFill>
          <a:ln xmlns:a="http://schemas.openxmlformats.org/drawingml/2006/main" w="0">
            <a:noFill/>
          </a:ln>
        </p:spPr>
      </p:sp>
      <p:sp>
        <p:nvSpPr>
          <p:cNvPr id="6" name="rect-16-6">
            <a:extLst xmlns:a="http://schemas.openxmlformats.org/drawingml/2006/main">
              <a:ext uri="{FF2B5EF4-FFF2-40B4-BE49-F238E27FC236}">
                <a16:creationId xmlns:a16="http://schemas.microsoft.com/office/drawing/2014/main" id="{2D7114FD-0DEE-4A56-A951-5719C48CDA70}"/>
              </a:ext>
            </a:extLst>
          </p:cNvPr>
          <p:cNvSpPr>
            <a:spLocks xmlns:a="http://schemas.openxmlformats.org/drawingml/2006/main" noGrp="1"/>
          </p:cNvSpPr>
          <p:nvPr/>
        </p:nvSpPr>
        <p:spPr>
          <a:xfrm xmlns:a="http://schemas.openxmlformats.org/drawingml/2006/main">
            <a:off x="8248650" y="2905125"/>
            <a:ext cx="2400300" cy="666750"/>
          </a:xfrm>
          <a:prstGeom xmlns:a="http://schemas.openxmlformats.org/drawingml/2006/main" prst="rect">
            <a:avLst/>
          </a:prstGeom>
          <a:solidFill xmlns:a="http://schemas.openxmlformats.org/drawingml/2006/main">
            <a:srgbClr val="F0DFC9"/>
          </a:solidFill>
          <a:ln xmlns:a="http://schemas.openxmlformats.org/drawingml/2006/main" w="0">
            <a:noFill/>
          </a:ln>
        </p:spPr>
      </p:sp>
      <p:sp>
        <p:nvSpPr>
          <p:cNvPr id="7" name="text-16-7">
            <a:extLst xmlns:a="http://schemas.openxmlformats.org/drawingml/2006/main">
              <a:ext uri="{FF2B5EF4-FFF2-40B4-BE49-F238E27FC236}">
                <a16:creationId xmlns:a16="http://schemas.microsoft.com/office/drawing/2014/main" id="{6A933772-08D9-4256-A4BF-735B12CB9653}"/>
              </a:ext>
            </a:extLst>
          </p:cNvPr>
          <p:cNvSpPr>
            <a:spLocks xmlns:a="http://schemas.openxmlformats.org/drawingml/2006/main" noGrp="1"/>
          </p:cNvSpPr>
          <p:nvPr/>
        </p:nvSpPr>
        <p:spPr>
          <a:xfrm xmlns:a="http://schemas.openxmlformats.org/drawingml/2006/main">
            <a:off x="1123950" y="3105150"/>
            <a:ext cx="69532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267C66"/>
                </a:solidFill>
                <a:latin typeface="Arial"/>
                <a:ea typeface="Arial"/>
                <a:cs typeface="Arial"/>
              </a:defRPr>
            </a:pPr>
            <a:r>
              <a:rPr sz="2025" b="1">
                <a:solidFill>
                  <a:srgbClr val="267C66"/>
                </a:solidFill>
                <a:latin typeface="Arial"/>
                <a:ea typeface="Arial"/>
                <a:cs typeface="Arial"/>
              </a:rPr>
              <a:t>Follow the trajectory</a:t>
            </a:r>
          </a:p>
        </p:txBody>
      </p:sp>
      <p:sp>
        <p:nvSpPr>
          <p:cNvPr id="8" name="text-16-8">
            <a:extLst xmlns:a="http://schemas.openxmlformats.org/drawingml/2006/main">
              <a:ext uri="{FF2B5EF4-FFF2-40B4-BE49-F238E27FC236}">
                <a16:creationId xmlns:a16="http://schemas.microsoft.com/office/drawing/2014/main" id="{1C681A30-2C13-4C4C-9C0B-D216BC464C54}"/>
              </a:ext>
            </a:extLst>
          </p:cNvPr>
          <p:cNvSpPr>
            <a:spLocks xmlns:a="http://schemas.openxmlformats.org/drawingml/2006/main" noGrp="1"/>
          </p:cNvSpPr>
          <p:nvPr/>
        </p:nvSpPr>
        <p:spPr>
          <a:xfrm xmlns:a="http://schemas.openxmlformats.org/drawingml/2006/main">
            <a:off x="8296275" y="3105150"/>
            <a:ext cx="229552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9B6027"/>
                </a:solidFill>
                <a:latin typeface="Arial"/>
                <a:ea typeface="Arial"/>
                <a:cs typeface="Arial"/>
              </a:defRPr>
            </a:pPr>
            <a:r>
              <a:rPr sz="2025" b="1">
                <a:solidFill>
                  <a:srgbClr val="9B6027"/>
                </a:solidFill>
                <a:latin typeface="Arial"/>
                <a:ea typeface="Arial"/>
                <a:cs typeface="Arial"/>
              </a:rPr>
              <a:t>0.2 s left</a:t>
            </a:r>
          </a:p>
        </p:txBody>
      </p:sp>
      <p:sp>
        <p:nvSpPr>
          <p:cNvPr id="9" name="text-16-9">
            <a:extLst xmlns:a="http://schemas.openxmlformats.org/drawingml/2006/main">
              <a:ext uri="{FF2B5EF4-FFF2-40B4-BE49-F238E27FC236}">
                <a16:creationId xmlns:a16="http://schemas.microsoft.com/office/drawing/2014/main" id="{A6A926DA-42FC-4490-A9D8-3A289535A7ED}"/>
              </a:ext>
            </a:extLst>
          </p:cNvPr>
          <p:cNvSpPr>
            <a:spLocks xmlns:a="http://schemas.openxmlformats.org/drawingml/2006/main" noGrp="1"/>
          </p:cNvSpPr>
          <p:nvPr/>
        </p:nvSpPr>
        <p:spPr>
          <a:xfrm xmlns:a="http://schemas.openxmlformats.org/drawingml/2006/main">
            <a:off x="1047750" y="3686175"/>
            <a:ext cx="12382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0 s</a:t>
            </a:r>
          </a:p>
        </p:txBody>
      </p:sp>
      <p:sp>
        <p:nvSpPr>
          <p:cNvPr id="10" name="text-16-10">
            <a:extLst xmlns:a="http://schemas.openxmlformats.org/drawingml/2006/main">
              <a:ext uri="{FF2B5EF4-FFF2-40B4-BE49-F238E27FC236}">
                <a16:creationId xmlns:a16="http://schemas.microsoft.com/office/drawing/2014/main" id="{35EF81B5-93CA-4014-BDE0-5A7B59FA7DC1}"/>
              </a:ext>
            </a:extLst>
          </p:cNvPr>
          <p:cNvSpPr>
            <a:spLocks xmlns:a="http://schemas.openxmlformats.org/drawingml/2006/main" noGrp="1"/>
          </p:cNvSpPr>
          <p:nvPr/>
        </p:nvSpPr>
        <p:spPr>
          <a:xfrm xmlns:a="http://schemas.openxmlformats.org/drawingml/2006/main">
            <a:off x="7915275" y="3686175"/>
            <a:ext cx="12382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0.6 s</a:t>
            </a:r>
          </a:p>
        </p:txBody>
      </p:sp>
      <p:sp>
        <p:nvSpPr>
          <p:cNvPr id="11" name="text-16-11">
            <a:extLst xmlns:a="http://schemas.openxmlformats.org/drawingml/2006/main">
              <a:ext uri="{FF2B5EF4-FFF2-40B4-BE49-F238E27FC236}">
                <a16:creationId xmlns:a16="http://schemas.microsoft.com/office/drawing/2014/main" id="{80317D2F-AECA-4721-8327-5DBB05A4575D}"/>
              </a:ext>
            </a:extLst>
          </p:cNvPr>
          <p:cNvSpPr>
            <a:spLocks xmlns:a="http://schemas.openxmlformats.org/drawingml/2006/main" noGrp="1"/>
          </p:cNvSpPr>
          <p:nvPr/>
        </p:nvSpPr>
        <p:spPr>
          <a:xfrm xmlns:a="http://schemas.openxmlformats.org/drawingml/2006/main">
            <a:off x="10287000" y="3686175"/>
            <a:ext cx="12382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0.8 s</a:t>
            </a:r>
          </a:p>
        </p:txBody>
      </p:sp>
      <p:sp>
        <p:nvSpPr>
          <p:cNvPr id="12" name="text-16-12">
            <a:extLst xmlns:a="http://schemas.openxmlformats.org/drawingml/2006/main">
              <a:ext uri="{FF2B5EF4-FFF2-40B4-BE49-F238E27FC236}">
                <a16:creationId xmlns:a16="http://schemas.microsoft.com/office/drawing/2014/main" id="{FEC06A08-415C-49B8-96CC-D37D8FAFFC48}"/>
              </a:ext>
            </a:extLst>
          </p:cNvPr>
          <p:cNvSpPr>
            <a:spLocks xmlns:a="http://schemas.openxmlformats.org/drawingml/2006/main" noGrp="1"/>
          </p:cNvSpPr>
          <p:nvPr/>
        </p:nvSpPr>
        <p:spPr>
          <a:xfrm xmlns:a="http://schemas.openxmlformats.org/drawingml/2006/main">
            <a:off x="7439025" y="4095750"/>
            <a:ext cx="24955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1">
                <a:solidFill>
                  <a:srgbClr val="177B9F"/>
                </a:solidFill>
                <a:latin typeface="Arial"/>
                <a:ea typeface="Arial"/>
                <a:cs typeface="Arial"/>
              </a:defRPr>
            </a:pPr>
            <a:r>
              <a:rPr sz="2025" b="1">
                <a:solidFill>
                  <a:srgbClr val="177B9F"/>
                </a:solidFill>
                <a:latin typeface="Arial"/>
                <a:ea typeface="Arial"/>
                <a:cs typeface="Arial"/>
              </a:rPr>
              <a:t>Request next</a:t>
            </a:r>
          </a:p>
        </p:txBody>
      </p:sp>
      <p:sp>
        <p:nvSpPr>
          <p:cNvPr id="13" name="text-16-13">
            <a:extLst xmlns:a="http://schemas.openxmlformats.org/drawingml/2006/main">
              <a:ext uri="{FF2B5EF4-FFF2-40B4-BE49-F238E27FC236}">
                <a16:creationId xmlns:a16="http://schemas.microsoft.com/office/drawing/2014/main" id="{009F9E16-FE3D-4EB6-A5C6-72AF588B9765}"/>
              </a:ext>
            </a:extLst>
          </p:cNvPr>
          <p:cNvSpPr>
            <a:spLocks xmlns:a="http://schemas.openxmlformats.org/drawingml/2006/main" noGrp="1"/>
          </p:cNvSpPr>
          <p:nvPr/>
        </p:nvSpPr>
        <p:spPr>
          <a:xfrm xmlns:a="http://schemas.openxmlformats.org/drawingml/2006/main">
            <a:off x="1047750" y="4724400"/>
            <a:ext cx="96202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72B3A"/>
                </a:solidFill>
                <a:latin typeface="Arial"/>
                <a:ea typeface="Arial"/>
                <a:cs typeface="Arial"/>
              </a:defRPr>
            </a:pPr>
            <a:r>
              <a:rPr sz="2025" b="0">
                <a:solidFill>
                  <a:srgbClr val="172B3A"/>
                </a:solidFill>
                <a:latin typeface="Arial"/>
                <a:ea typeface="Arial"/>
                <a:cs typeface="Arial"/>
              </a:rPr>
              <a:t>Turnaround 0.10 s + one tick 0.033 s &lt; configured refill 0.20 s</a:t>
            </a:r>
          </a:p>
        </p:txBody>
      </p:sp>
      <p:sp>
        <p:nvSpPr>
          <p:cNvPr id="14" name="text-16-14">
            <a:extLst xmlns:a="http://schemas.openxmlformats.org/drawingml/2006/main">
              <a:ext uri="{FF2B5EF4-FFF2-40B4-BE49-F238E27FC236}">
                <a16:creationId xmlns:a16="http://schemas.microsoft.com/office/drawing/2014/main" id="{A87D94AB-325B-4D50-987A-06F2CE73DF17}"/>
              </a:ext>
            </a:extLst>
          </p:cNvPr>
          <p:cNvSpPr>
            <a:spLocks xmlns:a="http://schemas.openxmlformats.org/drawingml/2006/main" noGrp="1"/>
          </p:cNvSpPr>
          <p:nvPr/>
        </p:nvSpPr>
        <p:spPr>
          <a:xfrm xmlns:a="http://schemas.openxmlformats.org/drawingml/2006/main">
            <a:off x="1047750" y="5181600"/>
            <a:ext cx="9620250"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26777"/>
                </a:solidFill>
                <a:latin typeface="Arial"/>
                <a:ea typeface="Arial"/>
                <a:cs typeface="Arial"/>
              </a:defRPr>
            </a:pPr>
            <a:r>
              <a:rPr sz="1575" b="0">
                <a:solidFill>
                  <a:srgbClr val="526777"/>
                </a:solidFill>
                <a:latin typeface="Arial"/>
                <a:ea typeface="Arial"/>
                <a:cs typeface="Arial"/>
              </a:rPr>
              <a:t>Idealized illustration: capture delay, discrete ticks and jitter change actual spacing.</a:t>
            </a:r>
          </a:p>
        </p:txBody>
      </p:sp>
      <p:sp>
        <p:nvSpPr>
          <p:cNvPr id="15" name="rect-16-15">
            <a:extLst xmlns:a="http://schemas.openxmlformats.org/drawingml/2006/main">
              <a:ext uri="{FF2B5EF4-FFF2-40B4-BE49-F238E27FC236}">
                <a16:creationId xmlns:a16="http://schemas.microsoft.com/office/drawing/2014/main" id="{135A656E-85BF-4A96-9846-890B2EF4DED9}"/>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6" name="text-16-16">
            <a:extLst xmlns:a="http://schemas.openxmlformats.org/drawingml/2006/main">
              <a:ext uri="{FF2B5EF4-FFF2-40B4-BE49-F238E27FC236}">
                <a16:creationId xmlns:a16="http://schemas.microsoft.com/office/drawing/2014/main" id="{BA710CCC-3E3B-4BF1-B99A-75B028F06B6C}"/>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At refill 0.2 s, nominal request spacing is about 0.8 − 0.2 = 0.6 s.</a:t>
            </a:r>
          </a:p>
        </p:txBody>
      </p:sp>
      <p:sp>
        <p:nvSpPr>
          <p:cNvPr id="17" name="text-16-17">
            <a:extLst xmlns:a="http://schemas.openxmlformats.org/drawingml/2006/main">
              <a:ext uri="{FF2B5EF4-FFF2-40B4-BE49-F238E27FC236}">
                <a16:creationId xmlns:a16="http://schemas.microsoft.com/office/drawing/2014/main" id="{65908956-15F1-4100-A21A-1D013252B4CD}"/>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16</a:t>
            </a:r>
          </a:p>
        </p:txBody>
      </p:sp>
    </p:spTree>
    <p:extLst>
      <p:ext uri="{BB962C8B-B14F-4D97-AF65-F5344CB8AC3E}">
        <p14:creationId xmlns:p14="http://schemas.microsoft.com/office/powerpoint/2010/main" val="770179484"/>
      </p:ext>
    </p:extLst>
  </p:cSld>
</p:sld>
</file>

<file path=ppt/slides/slide1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7" name="text-17-1">
            <a:extLst xmlns:a="http://schemas.openxmlformats.org/drawingml/2006/main">
              <a:ext uri="{FF2B5EF4-FFF2-40B4-BE49-F238E27FC236}">
                <a16:creationId xmlns:a16="http://schemas.microsoft.com/office/drawing/2014/main" id="{CC39667D-EBCF-44F4-B81F-B372E7F58E32}"/>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3 · READ EXECUTION</a:t>
            </a:r>
          </a:p>
        </p:txBody>
      </p:sp>
      <p:sp>
        <p:nvSpPr>
          <p:cNvPr id="2" name="text-17-2">
            <a:extLst xmlns:a="http://schemas.openxmlformats.org/drawingml/2006/main">
              <a:ext uri="{FF2B5EF4-FFF2-40B4-BE49-F238E27FC236}">
                <a16:creationId xmlns:a16="http://schemas.microsoft.com/office/drawing/2014/main" id="{3ABA8DAF-0C8B-4B70-8A3F-96C50233F1A5}"/>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RTC changes the prediction itself</a:t>
            </a:r>
          </a:p>
        </p:txBody>
      </p:sp>
      <p:sp>
        <p:nvSpPr>
          <p:cNvPr id="3" name="text-17-3">
            <a:extLst xmlns:a="http://schemas.openxmlformats.org/drawingml/2006/main">
              <a:ext uri="{FF2B5EF4-FFF2-40B4-BE49-F238E27FC236}">
                <a16:creationId xmlns:a16="http://schemas.microsoft.com/office/drawing/2014/main" id="{52AC76F1-D73F-4297-8BFB-D9ED10373482}"/>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Plain alignment edits execution; RTC conditions inference on continuation.</a:t>
            </a:r>
          </a:p>
        </p:txBody>
      </p:sp>
      <p:sp>
        <p:nvSpPr>
          <p:cNvPr id="4" name="rect-17-4">
            <a:extLst xmlns:a="http://schemas.openxmlformats.org/drawingml/2006/main">
              <a:ext uri="{FF2B5EF4-FFF2-40B4-BE49-F238E27FC236}">
                <a16:creationId xmlns:a16="http://schemas.microsoft.com/office/drawing/2014/main" id="{45779EAE-AC30-435A-88D6-0CC0462E57CD}"/>
              </a:ext>
            </a:extLst>
          </p:cNvPr>
          <p:cNvSpPr>
            <a:spLocks xmlns:a="http://schemas.openxmlformats.org/drawingml/2006/main" noGrp="1"/>
          </p:cNvSpPr>
          <p:nvPr/>
        </p:nvSpPr>
        <p:spPr>
          <a:xfrm xmlns:a="http://schemas.openxmlformats.org/drawingml/2006/main">
            <a:off x="609600" y="21431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5" name="text-17-5">
            <a:extLst xmlns:a="http://schemas.openxmlformats.org/drawingml/2006/main">
              <a:ext uri="{FF2B5EF4-FFF2-40B4-BE49-F238E27FC236}">
                <a16:creationId xmlns:a16="http://schemas.microsoft.com/office/drawing/2014/main" id="{6CAFED94-3DB1-468B-B0F2-ABC7949774DB}"/>
              </a:ext>
            </a:extLst>
          </p:cNvPr>
          <p:cNvSpPr>
            <a:spLocks xmlns:a="http://schemas.openxmlformats.org/drawingml/2006/main" noGrp="1"/>
          </p:cNvSpPr>
          <p:nvPr/>
        </p:nvSpPr>
        <p:spPr>
          <a:xfrm xmlns:a="http://schemas.openxmlformats.org/drawingml/2006/main">
            <a:off x="609600" y="23526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Plain aligned</a:t>
            </a:r>
          </a:p>
        </p:txBody>
      </p:sp>
      <p:sp>
        <p:nvSpPr>
          <p:cNvPr id="6" name="text-17-6">
            <a:extLst xmlns:a="http://schemas.openxmlformats.org/drawingml/2006/main">
              <a:ext uri="{FF2B5EF4-FFF2-40B4-BE49-F238E27FC236}">
                <a16:creationId xmlns:a16="http://schemas.microsoft.com/office/drawing/2014/main" id="{48E6F549-A6E3-4430-A631-653B1DB2480E}"/>
              </a:ext>
            </a:extLst>
          </p:cNvPr>
          <p:cNvSpPr>
            <a:spLocks xmlns:a="http://schemas.openxmlformats.org/drawingml/2006/main" noGrp="1"/>
          </p:cNvSpPr>
          <p:nvPr/>
        </p:nvSpPr>
        <p:spPr>
          <a:xfrm xmlns:a="http://schemas.openxmlformats.org/drawingml/2006/main">
            <a:off x="2667000" y="23241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current observation → normal prediction → trim / replace / optional blend</a:t>
            </a:r>
          </a:p>
        </p:txBody>
      </p:sp>
      <p:sp>
        <p:nvSpPr>
          <p:cNvPr id="7" name="text-17-7">
            <a:extLst xmlns:a="http://schemas.openxmlformats.org/drawingml/2006/main">
              <a:ext uri="{FF2B5EF4-FFF2-40B4-BE49-F238E27FC236}">
                <a16:creationId xmlns:a16="http://schemas.microsoft.com/office/drawing/2014/main" id="{59B26F7B-C7B7-4890-9978-E20A1D923E5D}"/>
              </a:ext>
            </a:extLst>
          </p:cNvPr>
          <p:cNvSpPr>
            <a:spLocks xmlns:a="http://schemas.openxmlformats.org/drawingml/2006/main" noGrp="1"/>
          </p:cNvSpPr>
          <p:nvPr/>
        </p:nvSpPr>
        <p:spPr>
          <a:xfrm xmlns:a="http://schemas.openxmlformats.org/drawingml/2006/main">
            <a:off x="2667000" y="27384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No RTC model support is needed; canonical future targets are merged locally.</a:t>
            </a:r>
          </a:p>
        </p:txBody>
      </p:sp>
      <p:sp>
        <p:nvSpPr>
          <p:cNvPr id="8" name="rect-17-8">
            <a:extLst xmlns:a="http://schemas.openxmlformats.org/drawingml/2006/main">
              <a:ext uri="{FF2B5EF4-FFF2-40B4-BE49-F238E27FC236}">
                <a16:creationId xmlns:a16="http://schemas.microsoft.com/office/drawing/2014/main" id="{C6F6979E-6C9C-4194-901C-2B8AABBF1308}"/>
              </a:ext>
            </a:extLst>
          </p:cNvPr>
          <p:cNvSpPr>
            <a:spLocks xmlns:a="http://schemas.openxmlformats.org/drawingml/2006/main" noGrp="1"/>
          </p:cNvSpPr>
          <p:nvPr/>
        </p:nvSpPr>
        <p:spPr>
          <a:xfrm xmlns:a="http://schemas.openxmlformats.org/drawingml/2006/main">
            <a:off x="609600" y="36385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9" name="text-17-9">
            <a:extLst xmlns:a="http://schemas.openxmlformats.org/drawingml/2006/main">
              <a:ext uri="{FF2B5EF4-FFF2-40B4-BE49-F238E27FC236}">
                <a16:creationId xmlns:a16="http://schemas.microsoft.com/office/drawing/2014/main" id="{FF450CE7-1ED1-4997-9641-DE322F6B9163}"/>
              </a:ext>
            </a:extLst>
          </p:cNvPr>
          <p:cNvSpPr>
            <a:spLocks xmlns:a="http://schemas.openxmlformats.org/drawingml/2006/main" noGrp="1"/>
          </p:cNvSpPr>
          <p:nvPr/>
        </p:nvSpPr>
        <p:spPr>
          <a:xfrm xmlns:a="http://schemas.openxmlformats.org/drawingml/2006/main">
            <a:off x="609600" y="3848100"/>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RTC</a:t>
            </a:r>
          </a:p>
        </p:txBody>
      </p:sp>
      <p:sp>
        <p:nvSpPr>
          <p:cNvPr id="10" name="text-17-10">
            <a:extLst xmlns:a="http://schemas.openxmlformats.org/drawingml/2006/main">
              <a:ext uri="{FF2B5EF4-FFF2-40B4-BE49-F238E27FC236}">
                <a16:creationId xmlns:a16="http://schemas.microsoft.com/office/drawing/2014/main" id="{A89969CF-443D-4DC4-8777-707CEBCF4045}"/>
              </a:ext>
            </a:extLst>
          </p:cNvPr>
          <p:cNvSpPr>
            <a:spLocks xmlns:a="http://schemas.openxmlformats.org/drawingml/2006/main" noGrp="1"/>
          </p:cNvSpPr>
          <p:nvPr/>
        </p:nvSpPr>
        <p:spPr>
          <a:xfrm xmlns:a="http://schemas.openxmlformats.org/drawingml/2006/main">
            <a:off x="2667000" y="3819525"/>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observation + continuation + delay → conditioned prediction → guarded</a:t>
            </a:r>
          </a:p>
        </p:txBody>
      </p:sp>
      <p:sp>
        <p:nvSpPr>
          <p:cNvPr id="11" name="text-17-11">
            <a:extLst xmlns:a="http://schemas.openxmlformats.org/drawingml/2006/main">
              <a:ext uri="{FF2B5EF4-FFF2-40B4-BE49-F238E27FC236}">
                <a16:creationId xmlns:a16="http://schemas.microsoft.com/office/drawing/2014/main" id="{B40B928D-B6EB-4766-A3EA-046DD5D2B840}"/>
              </a:ext>
            </a:extLst>
          </p:cNvPr>
          <p:cNvSpPr>
            <a:spLocks xmlns:a="http://schemas.openxmlformats.org/drawingml/2006/main" noGrp="1"/>
          </p:cNvSpPr>
          <p:nvPr/>
        </p:nvSpPr>
        <p:spPr>
          <a:xfrm xmlns:a="http://schemas.openxmlformats.org/drawingml/2006/main">
            <a:off x="2667000" y="4119563"/>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replacement</a:t>
            </a:r>
          </a:p>
        </p:txBody>
      </p:sp>
      <p:sp>
        <p:nvSpPr>
          <p:cNvPr id="12" name="text-17-12">
            <a:extLst xmlns:a="http://schemas.openxmlformats.org/drawingml/2006/main">
              <a:ext uri="{FF2B5EF4-FFF2-40B4-BE49-F238E27FC236}">
                <a16:creationId xmlns:a16="http://schemas.microsoft.com/office/drawing/2014/main" id="{A32DC8A9-8AEA-4843-A0A0-5DCB615F2A55}"/>
              </a:ext>
            </a:extLst>
          </p:cNvPr>
          <p:cNvSpPr>
            <a:spLocks xmlns:a="http://schemas.openxmlformats.org/drawingml/2006/main" noGrp="1"/>
          </p:cNvSpPr>
          <p:nvPr/>
        </p:nvSpPr>
        <p:spPr>
          <a:xfrm xmlns:a="http://schemas.openxmlformats.org/drawingml/2006/main">
            <a:off x="2667000" y="4533900"/>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The model must implement the RTC interface and the deployment must enable that mode.</a:t>
            </a:r>
          </a:p>
        </p:txBody>
      </p:sp>
      <p:sp>
        <p:nvSpPr>
          <p:cNvPr id="13" name="rect-17-13">
            <a:extLst xmlns:a="http://schemas.openxmlformats.org/drawingml/2006/main">
              <a:ext uri="{FF2B5EF4-FFF2-40B4-BE49-F238E27FC236}">
                <a16:creationId xmlns:a16="http://schemas.microsoft.com/office/drawing/2014/main" id="{D9039DEE-84B3-40D8-B51F-DC6F69E0F08F}"/>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4" name="text-17-14">
            <a:extLst xmlns:a="http://schemas.openxmlformats.org/drawingml/2006/main">
              <a:ext uri="{FF2B5EF4-FFF2-40B4-BE49-F238E27FC236}">
                <a16:creationId xmlns:a16="http://schemas.microsoft.com/office/drawing/2014/main" id="{013CD41C-E93B-449B-BA68-0FBA32ED77E6}"/>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Canonical continuation preserves physical meaning; model continuation preserves model</a:t>
            </a:r>
          </a:p>
        </p:txBody>
      </p:sp>
      <p:sp>
        <p:nvSpPr>
          <p:cNvPr id="15" name="text-17-15">
            <a:extLst xmlns:a="http://schemas.openxmlformats.org/drawingml/2006/main">
              <a:ext uri="{FF2B5EF4-FFF2-40B4-BE49-F238E27FC236}">
                <a16:creationId xmlns:a16="http://schemas.microsoft.com/office/drawing/2014/main" id="{2C8208C1-B803-4FE4-8A71-1E26CDE3A129}"/>
              </a:ext>
            </a:extLst>
          </p:cNvPr>
          <p:cNvSpPr>
            <a:spLocks xmlns:a="http://schemas.openxmlformats.org/drawingml/2006/main" noGrp="1"/>
          </p:cNvSpPr>
          <p:nvPr/>
        </p:nvSpPr>
        <p:spPr>
          <a:xfrm xmlns:a="http://schemas.openxmlformats.org/drawingml/2006/main">
            <a:off x="609600" y="6276785"/>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coordinates.</a:t>
            </a:r>
          </a:p>
        </p:txBody>
      </p:sp>
      <p:sp>
        <p:nvSpPr>
          <p:cNvPr id="16" name="text-17-16">
            <a:extLst xmlns:a="http://schemas.openxmlformats.org/drawingml/2006/main">
              <a:ext uri="{FF2B5EF4-FFF2-40B4-BE49-F238E27FC236}">
                <a16:creationId xmlns:a16="http://schemas.microsoft.com/office/drawing/2014/main" id="{C4626887-63A2-4B7E-BDD1-F2688AD253B9}"/>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17</a:t>
            </a:r>
          </a:p>
        </p:txBody>
      </p:sp>
    </p:spTree>
    <p:extLst>
      <p:ext uri="{BB962C8B-B14F-4D97-AF65-F5344CB8AC3E}">
        <p14:creationId xmlns:p14="http://schemas.microsoft.com/office/powerpoint/2010/main" val="435962970"/>
      </p:ext>
    </p:extLst>
  </p:cSld>
</p:sld>
</file>

<file path=ppt/slides/slide1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0" name="text-18-1">
            <a:extLst xmlns:a="http://schemas.openxmlformats.org/drawingml/2006/main">
              <a:ext uri="{FF2B5EF4-FFF2-40B4-BE49-F238E27FC236}">
                <a16:creationId xmlns:a16="http://schemas.microsoft.com/office/drawing/2014/main" id="{6BC82F06-26AA-4A0E-88F5-A1C69B0A38C5}"/>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4 · REVIEW LIFECYCLE</a:t>
            </a:r>
          </a:p>
        </p:txBody>
      </p:sp>
      <p:sp>
        <p:nvSpPr>
          <p:cNvPr id="2" name="text-18-2">
            <a:extLst xmlns:a="http://schemas.openxmlformats.org/drawingml/2006/main">
              <a:ext uri="{FF2B5EF4-FFF2-40B4-BE49-F238E27FC236}">
                <a16:creationId xmlns:a16="http://schemas.microsoft.com/office/drawing/2014/main" id="{E10DF2A1-F763-4ED9-A572-14E4A5DAA290}"/>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Runtime deadlines and presence grace</a:t>
            </a:r>
          </a:p>
        </p:txBody>
      </p:sp>
      <p:sp>
        <p:nvSpPr>
          <p:cNvPr id="3" name="text-18-3">
            <a:extLst xmlns:a="http://schemas.openxmlformats.org/drawingml/2006/main">
              <a:ext uri="{FF2B5EF4-FFF2-40B4-BE49-F238E27FC236}">
                <a16:creationId xmlns:a16="http://schemas.microsoft.com/office/drawing/2014/main" id="{37826A43-D4C0-44DB-A193-3EFBEBE7CDDD}"/>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None of these replaces sequence or generation checks.</a:t>
            </a:r>
          </a:p>
        </p:txBody>
      </p:sp>
      <p:sp>
        <p:nvSpPr>
          <p:cNvPr id="4" name="text-18-4">
            <a:extLst xmlns:a="http://schemas.openxmlformats.org/drawingml/2006/main">
              <a:ext uri="{FF2B5EF4-FFF2-40B4-BE49-F238E27FC236}">
                <a16:creationId xmlns:a16="http://schemas.microsoft.com/office/drawing/2014/main" id="{DAF7AF55-A3DB-44D0-A747-21ACC88711A6}"/>
              </a:ext>
            </a:extLst>
          </p:cNvPr>
          <p:cNvSpPr>
            <a:spLocks xmlns:a="http://schemas.openxmlformats.org/drawingml/2006/main" noGrp="1"/>
          </p:cNvSpPr>
          <p:nvPr/>
        </p:nvSpPr>
        <p:spPr>
          <a:xfrm xmlns:a="http://schemas.openxmlformats.org/drawingml/2006/main">
            <a:off x="609600" y="22669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Startup timeout</a:t>
            </a:r>
          </a:p>
        </p:txBody>
      </p:sp>
      <p:sp>
        <p:nvSpPr>
          <p:cNvPr id="5" name="text-18-5">
            <a:extLst xmlns:a="http://schemas.openxmlformats.org/drawingml/2006/main">
              <a:ext uri="{FF2B5EF4-FFF2-40B4-BE49-F238E27FC236}">
                <a16:creationId xmlns:a16="http://schemas.microsoft.com/office/drawing/2014/main" id="{235FF0E1-28D4-4BCE-9638-711002B2161D}"/>
              </a:ext>
            </a:extLst>
          </p:cNvPr>
          <p:cNvSpPr>
            <a:spLocks xmlns:a="http://schemas.openxmlformats.org/drawingml/2006/main" noGrp="1"/>
          </p:cNvSpPr>
          <p:nvPr/>
        </p:nvSpPr>
        <p:spPr>
          <a:xfrm xmlns:a="http://schemas.openxmlformats.org/drawingml/2006/main">
            <a:off x="3981450" y="22669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Bound the wait for the first usable action after starting/resuming.</a:t>
            </a:r>
          </a:p>
        </p:txBody>
      </p:sp>
      <p:sp>
        <p:nvSpPr>
          <p:cNvPr id="6" name="rect-18-6">
            <a:extLst xmlns:a="http://schemas.openxmlformats.org/drawingml/2006/main">
              <a:ext uri="{FF2B5EF4-FFF2-40B4-BE49-F238E27FC236}">
                <a16:creationId xmlns:a16="http://schemas.microsoft.com/office/drawing/2014/main" id="{12FABFEC-BD50-46CC-824B-46314711697D}"/>
              </a:ext>
            </a:extLst>
          </p:cNvPr>
          <p:cNvSpPr>
            <a:spLocks xmlns:a="http://schemas.openxmlformats.org/drawingml/2006/main" noGrp="1"/>
          </p:cNvSpPr>
          <p:nvPr/>
        </p:nvSpPr>
        <p:spPr>
          <a:xfrm xmlns:a="http://schemas.openxmlformats.org/drawingml/2006/main">
            <a:off x="609600" y="29146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7" name="text-18-7">
            <a:extLst xmlns:a="http://schemas.openxmlformats.org/drawingml/2006/main">
              <a:ext uri="{FF2B5EF4-FFF2-40B4-BE49-F238E27FC236}">
                <a16:creationId xmlns:a16="http://schemas.microsoft.com/office/drawing/2014/main" id="{30A36BA6-B58E-410B-A157-C57BC3532CC4}"/>
              </a:ext>
            </a:extLst>
          </p:cNvPr>
          <p:cNvSpPr>
            <a:spLocks xmlns:a="http://schemas.openxmlformats.org/drawingml/2006/main" noGrp="1"/>
          </p:cNvSpPr>
          <p:nvPr/>
        </p:nvSpPr>
        <p:spPr>
          <a:xfrm xmlns:a="http://schemas.openxmlformats.org/drawingml/2006/main">
            <a:off x="609600" y="30480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Action request deadline</a:t>
            </a:r>
          </a:p>
        </p:txBody>
      </p:sp>
      <p:sp>
        <p:nvSpPr>
          <p:cNvPr id="8" name="text-18-8">
            <a:extLst xmlns:a="http://schemas.openxmlformats.org/drawingml/2006/main">
              <a:ext uri="{FF2B5EF4-FFF2-40B4-BE49-F238E27FC236}">
                <a16:creationId xmlns:a16="http://schemas.microsoft.com/office/drawing/2014/main" id="{4C2DA309-17C9-40BC-85B8-FC9A6A3402AD}"/>
              </a:ext>
            </a:extLst>
          </p:cNvPr>
          <p:cNvSpPr>
            <a:spLocks xmlns:a="http://schemas.openxmlformats.org/drawingml/2006/main" noGrp="1"/>
          </p:cNvSpPr>
          <p:nvPr/>
        </p:nvSpPr>
        <p:spPr>
          <a:xfrm xmlns:a="http://schemas.openxmlformats.org/drawingml/2006/main">
            <a:off x="3981450" y="30480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Bound a pending inference even if the worker is blocked waiting.</a:t>
            </a:r>
          </a:p>
        </p:txBody>
      </p:sp>
      <p:sp>
        <p:nvSpPr>
          <p:cNvPr id="9" name="rect-18-9">
            <a:extLst xmlns:a="http://schemas.openxmlformats.org/drawingml/2006/main">
              <a:ext uri="{FF2B5EF4-FFF2-40B4-BE49-F238E27FC236}">
                <a16:creationId xmlns:a16="http://schemas.microsoft.com/office/drawing/2014/main" id="{555193E2-F94D-4A4F-8071-FC4E5CB181ED}"/>
              </a:ext>
            </a:extLst>
          </p:cNvPr>
          <p:cNvSpPr>
            <a:spLocks xmlns:a="http://schemas.openxmlformats.org/drawingml/2006/main" noGrp="1"/>
          </p:cNvSpPr>
          <p:nvPr/>
        </p:nvSpPr>
        <p:spPr>
          <a:xfrm xmlns:a="http://schemas.openxmlformats.org/drawingml/2006/main">
            <a:off x="609600" y="369570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0" name="text-18-10">
            <a:extLst xmlns:a="http://schemas.openxmlformats.org/drawingml/2006/main">
              <a:ext uri="{FF2B5EF4-FFF2-40B4-BE49-F238E27FC236}">
                <a16:creationId xmlns:a16="http://schemas.microsoft.com/office/drawing/2014/main" id="{C2FE2F56-0B81-4A2C-8222-7181CE2D4529}"/>
              </a:ext>
            </a:extLst>
          </p:cNvPr>
          <p:cNvSpPr>
            <a:spLocks xmlns:a="http://schemas.openxmlformats.org/drawingml/2006/main" noGrp="1"/>
          </p:cNvSpPr>
          <p:nvPr/>
        </p:nvSpPr>
        <p:spPr>
          <a:xfrm xmlns:a="http://schemas.openxmlformats.org/drawingml/2006/main">
            <a:off x="609600" y="38290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Maximum source age</a:t>
            </a:r>
          </a:p>
        </p:txBody>
      </p:sp>
      <p:sp>
        <p:nvSpPr>
          <p:cNvPr id="11" name="text-18-11">
            <a:extLst xmlns:a="http://schemas.openxmlformats.org/drawingml/2006/main">
              <a:ext uri="{FF2B5EF4-FFF2-40B4-BE49-F238E27FC236}">
                <a16:creationId xmlns:a16="http://schemas.microsoft.com/office/drawing/2014/main" id="{AA7CAAE7-D1F4-4C85-A538-5EE50E9BF8B6}"/>
              </a:ext>
            </a:extLst>
          </p:cNvPr>
          <p:cNvSpPr>
            <a:spLocks xmlns:a="http://schemas.openxmlformats.org/drawingml/2006/main" noGrp="1"/>
          </p:cNvSpPr>
          <p:nvPr/>
        </p:nvSpPr>
        <p:spPr>
          <a:xfrm xmlns:a="http://schemas.openxmlformats.org/drawingml/2006/main">
            <a:off x="3981450" y="38290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Reject old captures and stop dispatch of actions that have become</a:t>
            </a:r>
          </a:p>
        </p:txBody>
      </p:sp>
      <p:sp>
        <p:nvSpPr>
          <p:cNvPr id="12" name="text-18-12">
            <a:extLst xmlns:a="http://schemas.openxmlformats.org/drawingml/2006/main">
              <a:ext uri="{FF2B5EF4-FFF2-40B4-BE49-F238E27FC236}">
                <a16:creationId xmlns:a16="http://schemas.microsoft.com/office/drawing/2014/main" id="{48F398F8-26FC-491C-B7A3-1D1619B06651}"/>
              </a:ext>
            </a:extLst>
          </p:cNvPr>
          <p:cNvSpPr>
            <a:spLocks xmlns:a="http://schemas.openxmlformats.org/drawingml/2006/main" noGrp="1"/>
          </p:cNvSpPr>
          <p:nvPr/>
        </p:nvSpPr>
        <p:spPr>
          <a:xfrm xmlns:a="http://schemas.openxmlformats.org/drawingml/2006/main">
            <a:off x="3981450" y="412908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stale.</a:t>
            </a:r>
          </a:p>
        </p:txBody>
      </p:sp>
      <p:sp>
        <p:nvSpPr>
          <p:cNvPr id="13" name="rect-18-13">
            <a:extLst xmlns:a="http://schemas.openxmlformats.org/drawingml/2006/main">
              <a:ext uri="{FF2B5EF4-FFF2-40B4-BE49-F238E27FC236}">
                <a16:creationId xmlns:a16="http://schemas.microsoft.com/office/drawing/2014/main" id="{2E4E5B46-9332-4010-B46F-42831CB7DBE4}"/>
              </a:ext>
            </a:extLst>
          </p:cNvPr>
          <p:cNvSpPr>
            <a:spLocks xmlns:a="http://schemas.openxmlformats.org/drawingml/2006/main" noGrp="1"/>
          </p:cNvSpPr>
          <p:nvPr/>
        </p:nvSpPr>
        <p:spPr>
          <a:xfrm xmlns:a="http://schemas.openxmlformats.org/drawingml/2006/main">
            <a:off x="609600" y="44767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4" name="text-18-14">
            <a:extLst xmlns:a="http://schemas.openxmlformats.org/drawingml/2006/main">
              <a:ext uri="{FF2B5EF4-FFF2-40B4-BE49-F238E27FC236}">
                <a16:creationId xmlns:a16="http://schemas.microsoft.com/office/drawing/2014/main" id="{681D2C6C-B18C-4EC0-8086-69890AA1C0F4}"/>
              </a:ext>
            </a:extLst>
          </p:cNvPr>
          <p:cNvSpPr>
            <a:spLocks xmlns:a="http://schemas.openxmlformats.org/drawingml/2006/main" noGrp="1"/>
          </p:cNvSpPr>
          <p:nvPr/>
        </p:nvSpPr>
        <p:spPr>
          <a:xfrm xmlns:a="http://schemas.openxmlformats.org/drawingml/2006/main">
            <a:off x="609600" y="46101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Presence grace</a:t>
            </a:r>
          </a:p>
        </p:txBody>
      </p:sp>
      <p:sp>
        <p:nvSpPr>
          <p:cNvPr id="15" name="text-18-15">
            <a:extLst xmlns:a="http://schemas.openxmlformats.org/drawingml/2006/main">
              <a:ext uri="{FF2B5EF4-FFF2-40B4-BE49-F238E27FC236}">
                <a16:creationId xmlns:a16="http://schemas.microsoft.com/office/drawing/2014/main" id="{248AF10F-11AA-461D-A1BE-89765380E573}"/>
              </a:ext>
            </a:extLst>
          </p:cNvPr>
          <p:cNvSpPr>
            <a:spLocks xmlns:a="http://schemas.openxmlformats.org/drawingml/2006/main" noGrp="1"/>
          </p:cNvSpPr>
          <p:nvPr/>
        </p:nvSpPr>
        <p:spPr>
          <a:xfrm xmlns:a="http://schemas.openxmlformats.org/drawingml/2006/main">
            <a:off x="609600" y="4910138"/>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Default 10 s</a:t>
            </a:r>
          </a:p>
        </p:txBody>
      </p:sp>
      <p:sp>
        <p:nvSpPr>
          <p:cNvPr id="16" name="text-18-16">
            <a:extLst xmlns:a="http://schemas.openxmlformats.org/drawingml/2006/main">
              <a:ext uri="{FF2B5EF4-FFF2-40B4-BE49-F238E27FC236}">
                <a16:creationId xmlns:a16="http://schemas.microsoft.com/office/drawing/2014/main" id="{4914BAB2-92C0-4024-9A76-D4657A1411AA}"/>
              </a:ext>
            </a:extLst>
          </p:cNvPr>
          <p:cNvSpPr>
            <a:spLocks xmlns:a="http://schemas.openxmlformats.org/drawingml/2006/main" noGrp="1"/>
          </p:cNvSpPr>
          <p:nvPr/>
        </p:nvSpPr>
        <p:spPr>
          <a:xfrm xmlns:a="http://schemas.openxmlformats.org/drawingml/2006/main">
            <a:off x="3981450" y="46101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Release abandoned server ownership after serialized cleanup.</a:t>
            </a:r>
          </a:p>
        </p:txBody>
      </p:sp>
      <p:sp>
        <p:nvSpPr>
          <p:cNvPr id="17" name="rect-18-17">
            <a:extLst xmlns:a="http://schemas.openxmlformats.org/drawingml/2006/main">
              <a:ext uri="{FF2B5EF4-FFF2-40B4-BE49-F238E27FC236}">
                <a16:creationId xmlns:a16="http://schemas.microsoft.com/office/drawing/2014/main" id="{E4CCFF43-8214-4B7E-ABB1-732D3206D4CD}"/>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8" name="text-18-18">
            <a:extLst xmlns:a="http://schemas.openxmlformats.org/drawingml/2006/main">
              <a:ext uri="{FF2B5EF4-FFF2-40B4-BE49-F238E27FC236}">
                <a16:creationId xmlns:a16="http://schemas.microsoft.com/office/drawing/2014/main" id="{98FDA11C-0AB9-4FDF-8F05-16338836E35A}"/>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Fresh local timestamps do not prove that a camera delivered a new sensor frame.</a:t>
            </a:r>
          </a:p>
        </p:txBody>
      </p:sp>
      <p:sp>
        <p:nvSpPr>
          <p:cNvPr id="19" name="text-18-19">
            <a:extLst xmlns:a="http://schemas.openxmlformats.org/drawingml/2006/main">
              <a:ext uri="{FF2B5EF4-FFF2-40B4-BE49-F238E27FC236}">
                <a16:creationId xmlns:a16="http://schemas.microsoft.com/office/drawing/2014/main" id="{08443C58-183A-466F-A22E-106064AAB741}"/>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18</a:t>
            </a:r>
          </a:p>
        </p:txBody>
      </p:sp>
    </p:spTree>
    <p:extLst>
      <p:ext uri="{BB962C8B-B14F-4D97-AF65-F5344CB8AC3E}">
        <p14:creationId xmlns:p14="http://schemas.microsoft.com/office/powerpoint/2010/main" val="1575436499"/>
      </p:ext>
    </p:extLst>
  </p:cSld>
</p:sld>
</file>

<file path=ppt/slides/slide1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8" name="text-19-1">
            <a:extLst xmlns:a="http://schemas.openxmlformats.org/drawingml/2006/main">
              <a:ext uri="{FF2B5EF4-FFF2-40B4-BE49-F238E27FC236}">
                <a16:creationId xmlns:a16="http://schemas.microsoft.com/office/drawing/2014/main" id="{7B694D22-87A2-49C7-AEF7-5DBFB82BB119}"/>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4 · REVIEW LIFECYCLE</a:t>
            </a:r>
          </a:p>
        </p:txBody>
      </p:sp>
      <p:sp>
        <p:nvSpPr>
          <p:cNvPr id="2" name="text-19-2">
            <a:extLst xmlns:a="http://schemas.openxmlformats.org/drawingml/2006/main">
              <a:ext uri="{FF2B5EF4-FFF2-40B4-BE49-F238E27FC236}">
                <a16:creationId xmlns:a16="http://schemas.microsoft.com/office/drawing/2014/main" id="{E1500DB1-25CC-4F77-981F-E79C96E421C0}"/>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Retargeting and reset are different operations</a:t>
            </a:r>
          </a:p>
        </p:txBody>
      </p:sp>
      <p:sp>
        <p:nvSpPr>
          <p:cNvPr id="3" name="text-19-3">
            <a:extLst xmlns:a="http://schemas.openxmlformats.org/drawingml/2006/main">
              <a:ext uri="{FF2B5EF4-FFF2-40B4-BE49-F238E27FC236}">
                <a16:creationId xmlns:a16="http://schemas.microsoft.com/office/drawing/2014/main" id="{0C6C2B5F-13BF-4BB4-8FEB-E3AAE8EA25D7}"/>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A new instruction does not automatically mean a new session.</a:t>
            </a:r>
          </a:p>
        </p:txBody>
      </p:sp>
      <p:sp>
        <p:nvSpPr>
          <p:cNvPr id="4" name="rect-19-4">
            <a:extLst xmlns:a="http://schemas.openxmlformats.org/drawingml/2006/main">
              <a:ext uri="{FF2B5EF4-FFF2-40B4-BE49-F238E27FC236}">
                <a16:creationId xmlns:a16="http://schemas.microsoft.com/office/drawing/2014/main" id="{BBD6FC7D-3788-49E9-8049-3CF41ED96000}"/>
              </a:ext>
            </a:extLst>
          </p:cNvPr>
          <p:cNvSpPr>
            <a:spLocks xmlns:a="http://schemas.openxmlformats.org/drawingml/2006/main" noGrp="1"/>
          </p:cNvSpPr>
          <p:nvPr/>
        </p:nvSpPr>
        <p:spPr>
          <a:xfrm xmlns:a="http://schemas.openxmlformats.org/drawingml/2006/main">
            <a:off x="609600" y="2143125"/>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5" name="text-19-5">
            <a:extLst xmlns:a="http://schemas.openxmlformats.org/drawingml/2006/main">
              <a:ext uri="{FF2B5EF4-FFF2-40B4-BE49-F238E27FC236}">
                <a16:creationId xmlns:a16="http://schemas.microsoft.com/office/drawing/2014/main" id="{3AB2F973-6050-4626-A4C6-CFDFDF0C040B}"/>
              </a:ext>
            </a:extLst>
          </p:cNvPr>
          <p:cNvSpPr>
            <a:spLocks xmlns:a="http://schemas.openxmlformats.org/drawingml/2006/main" noGrp="1"/>
          </p:cNvSpPr>
          <p:nvPr/>
        </p:nvSpPr>
        <p:spPr>
          <a:xfrm xmlns:a="http://schemas.openxmlformats.org/drawingml/2006/main">
            <a:off x="609600" y="2352675"/>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Retarget</a:t>
            </a:r>
          </a:p>
        </p:txBody>
      </p:sp>
      <p:sp>
        <p:nvSpPr>
          <p:cNvPr id="6" name="text-19-6">
            <a:extLst xmlns:a="http://schemas.openxmlformats.org/drawingml/2006/main">
              <a:ext uri="{FF2B5EF4-FFF2-40B4-BE49-F238E27FC236}">
                <a16:creationId xmlns:a16="http://schemas.microsoft.com/office/drawing/2014/main" id="{FA8C2AD6-34EF-4F1B-B44B-8BAE8A513B4C}"/>
              </a:ext>
            </a:extLst>
          </p:cNvPr>
          <p:cNvSpPr>
            <a:spLocks xmlns:a="http://schemas.openxmlformats.org/drawingml/2006/main" noGrp="1"/>
          </p:cNvSpPr>
          <p:nvPr/>
        </p:nvSpPr>
        <p:spPr>
          <a:xfrm xmlns:a="http://schemas.openxmlformats.org/drawingml/2006/main">
            <a:off x="2667000" y="2324100"/>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set_task → task_version advances → old in-flight reply becomes ineligible</a:t>
            </a:r>
          </a:p>
        </p:txBody>
      </p:sp>
      <p:sp>
        <p:nvSpPr>
          <p:cNvPr id="7" name="text-19-7">
            <a:extLst xmlns:a="http://schemas.openxmlformats.org/drawingml/2006/main">
              <a:ext uri="{FF2B5EF4-FFF2-40B4-BE49-F238E27FC236}">
                <a16:creationId xmlns:a16="http://schemas.microsoft.com/office/drawing/2014/main" id="{B8AF2865-0D9B-49DD-83B4-94557B77C18A}"/>
              </a:ext>
            </a:extLst>
          </p:cNvPr>
          <p:cNvSpPr>
            <a:spLocks xmlns:a="http://schemas.openxmlformats.org/drawingml/2006/main" noGrp="1"/>
          </p:cNvSpPr>
          <p:nvPr/>
        </p:nvSpPr>
        <p:spPr>
          <a:xfrm xmlns:a="http://schemas.openxmlformats.org/drawingml/2006/main">
            <a:off x="2667000" y="2738438"/>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Committed motion is not rewritten. Aligned mode can request the new task before the</a:t>
            </a:r>
          </a:p>
        </p:txBody>
      </p:sp>
      <p:sp>
        <p:nvSpPr>
          <p:cNvPr id="8" name="text-19-8">
            <a:extLst xmlns:a="http://schemas.openxmlformats.org/drawingml/2006/main">
              <a:ext uri="{FF2B5EF4-FFF2-40B4-BE49-F238E27FC236}">
                <a16:creationId xmlns:a16="http://schemas.microsoft.com/office/drawing/2014/main" id="{08370BCE-96CA-43DB-B2D1-51C3A086CE1B}"/>
              </a:ext>
            </a:extLst>
          </p:cNvPr>
          <p:cNvSpPr>
            <a:spLocks xmlns:a="http://schemas.openxmlformats.org/drawingml/2006/main" noGrp="1"/>
          </p:cNvSpPr>
          <p:nvPr/>
        </p:nvSpPr>
        <p:spPr>
          <a:xfrm xmlns:a="http://schemas.openxmlformats.org/drawingml/2006/main">
            <a:off x="2667000" y="3014472"/>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normal refill threshold.</a:t>
            </a:r>
          </a:p>
        </p:txBody>
      </p:sp>
      <p:sp>
        <p:nvSpPr>
          <p:cNvPr id="9" name="rect-19-9">
            <a:extLst xmlns:a="http://schemas.openxmlformats.org/drawingml/2006/main">
              <a:ext uri="{FF2B5EF4-FFF2-40B4-BE49-F238E27FC236}">
                <a16:creationId xmlns:a16="http://schemas.microsoft.com/office/drawing/2014/main" id="{20804C40-1EE6-43BD-BF2E-9F9B4DBB0AD1}"/>
              </a:ext>
            </a:extLst>
          </p:cNvPr>
          <p:cNvSpPr>
            <a:spLocks xmlns:a="http://schemas.openxmlformats.org/drawingml/2006/main" noGrp="1"/>
          </p:cNvSpPr>
          <p:nvPr/>
        </p:nvSpPr>
        <p:spPr>
          <a:xfrm xmlns:a="http://schemas.openxmlformats.org/drawingml/2006/main">
            <a:off x="609600" y="36385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0" name="text-19-10">
            <a:extLst xmlns:a="http://schemas.openxmlformats.org/drawingml/2006/main">
              <a:ext uri="{FF2B5EF4-FFF2-40B4-BE49-F238E27FC236}">
                <a16:creationId xmlns:a16="http://schemas.microsoft.com/office/drawing/2014/main" id="{BDB29B14-3AE7-47DA-AB74-FADCF967467A}"/>
              </a:ext>
            </a:extLst>
          </p:cNvPr>
          <p:cNvSpPr>
            <a:spLocks xmlns:a="http://schemas.openxmlformats.org/drawingml/2006/main" noGrp="1"/>
          </p:cNvSpPr>
          <p:nvPr/>
        </p:nvSpPr>
        <p:spPr>
          <a:xfrm xmlns:a="http://schemas.openxmlformats.org/drawingml/2006/main">
            <a:off x="609600" y="3848100"/>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Reset / planned</a:t>
            </a:r>
          </a:p>
        </p:txBody>
      </p:sp>
      <p:sp>
        <p:nvSpPr>
          <p:cNvPr id="11" name="text-19-11">
            <a:extLst xmlns:a="http://schemas.openxmlformats.org/drawingml/2006/main">
              <a:ext uri="{FF2B5EF4-FFF2-40B4-BE49-F238E27FC236}">
                <a16:creationId xmlns:a16="http://schemas.microsoft.com/office/drawing/2014/main" id="{5954B5D0-9BAF-4E38-9568-DEA226B81A4D}"/>
              </a:ext>
            </a:extLst>
          </p:cNvPr>
          <p:cNvSpPr>
            <a:spLocks xmlns:a="http://schemas.openxmlformats.org/drawingml/2006/main" noGrp="1"/>
          </p:cNvSpPr>
          <p:nvPr/>
        </p:nvSpPr>
        <p:spPr>
          <a:xfrm xmlns:a="http://schemas.openxmlformats.org/drawingml/2006/main">
            <a:off x="609600" y="4148138"/>
            <a:ext cx="1876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invalidation</a:t>
            </a:r>
          </a:p>
        </p:txBody>
      </p:sp>
      <p:sp>
        <p:nvSpPr>
          <p:cNvPr id="12" name="text-19-12">
            <a:extLst xmlns:a="http://schemas.openxmlformats.org/drawingml/2006/main">
              <a:ext uri="{FF2B5EF4-FFF2-40B4-BE49-F238E27FC236}">
                <a16:creationId xmlns:a16="http://schemas.microsoft.com/office/drawing/2014/main" id="{E46A3828-A9F5-4728-95DB-0E9F070098B9}"/>
              </a:ext>
            </a:extLst>
          </p:cNvPr>
          <p:cNvSpPr>
            <a:spLocks xmlns:a="http://schemas.openxmlformats.org/drawingml/2006/main" noGrp="1"/>
          </p:cNvSpPr>
          <p:nvPr/>
        </p:nvSpPr>
        <p:spPr>
          <a:xfrm xmlns:a="http://schemas.openxmlformats.org/drawingml/2006/main">
            <a:off x="2667000" y="3819525"/>
            <a:ext cx="8829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2B3A"/>
                </a:solidFill>
                <a:latin typeface="Arial"/>
                <a:ea typeface="Arial"/>
                <a:cs typeface="Arial"/>
              </a:defRPr>
            </a:pPr>
            <a:r>
              <a:rPr sz="1875" b="1">
                <a:solidFill>
                  <a:srgbClr val="172B3A"/>
                </a:solidFill>
                <a:latin typeface="Arial"/>
                <a:ea typeface="Arial"/>
                <a:cs typeface="Arial"/>
              </a:rPr>
              <a:t>revoke local motion → generation advances → serialized server control ACK</a:t>
            </a:r>
          </a:p>
        </p:txBody>
      </p:sp>
      <p:sp>
        <p:nvSpPr>
          <p:cNvPr id="13" name="text-19-13">
            <a:extLst xmlns:a="http://schemas.openxmlformats.org/drawingml/2006/main">
              <a:ext uri="{FF2B5EF4-FFF2-40B4-BE49-F238E27FC236}">
                <a16:creationId xmlns:a16="http://schemas.microsoft.com/office/drawing/2014/main" id="{E52792F2-93E9-48A5-8296-525BC4CB4B14}"/>
              </a:ext>
            </a:extLst>
          </p:cNvPr>
          <p:cNvSpPr>
            <a:spLocks xmlns:a="http://schemas.openxmlformats.org/drawingml/2006/main" noGrp="1"/>
          </p:cNvSpPr>
          <p:nvPr/>
        </p:nvSpPr>
        <p:spPr>
          <a:xfrm xmlns:a="http://schemas.openxmlformats.org/drawingml/2006/main">
            <a:off x="2667000" y="4233863"/>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Fresh-generation action work waits for acknowledgment; a full reset also clears</a:t>
            </a:r>
          </a:p>
        </p:txBody>
      </p:sp>
      <p:sp>
        <p:nvSpPr>
          <p:cNvPr id="14" name="text-19-14">
            <a:extLst xmlns:a="http://schemas.openxmlformats.org/drawingml/2006/main">
              <a:ext uri="{FF2B5EF4-FFF2-40B4-BE49-F238E27FC236}">
                <a16:creationId xmlns:a16="http://schemas.microsoft.com/office/drawing/2014/main" id="{BDC3D88D-1051-4C0E-B73C-DC56DF7C2AA5}"/>
              </a:ext>
            </a:extLst>
          </p:cNvPr>
          <p:cNvSpPr>
            <a:spLocks xmlns:a="http://schemas.openxmlformats.org/drawingml/2006/main" noGrp="1"/>
          </p:cNvSpPr>
          <p:nvPr/>
        </p:nvSpPr>
        <p:spPr>
          <a:xfrm xmlns:a="http://schemas.openxmlformats.org/drawingml/2006/main">
            <a:off x="2667000" y="4509897"/>
            <a:ext cx="882967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26777"/>
                </a:solidFill>
                <a:latin typeface="Arial"/>
                <a:ea typeface="Arial"/>
                <a:cs typeface="Arial"/>
              </a:defRPr>
            </a:pPr>
            <a:r>
              <a:rPr sz="1725" b="0">
                <a:solidFill>
                  <a:srgbClr val="526777"/>
                </a:solidFill>
                <a:latin typeface="Arial"/>
                <a:ea typeface="Arial"/>
                <a:cs typeface="Arial"/>
              </a:rPr>
              <a:t>model/processor state.</a:t>
            </a:r>
          </a:p>
        </p:txBody>
      </p:sp>
      <p:sp>
        <p:nvSpPr>
          <p:cNvPr id="15" name="rect-19-15">
            <a:extLst xmlns:a="http://schemas.openxmlformats.org/drawingml/2006/main">
              <a:ext uri="{FF2B5EF4-FFF2-40B4-BE49-F238E27FC236}">
                <a16:creationId xmlns:a16="http://schemas.microsoft.com/office/drawing/2014/main" id="{FC8C2AED-7EE7-48D5-9474-D1B219CD71B6}"/>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6" name="text-19-16">
            <a:extLst xmlns:a="http://schemas.openxmlformats.org/drawingml/2006/main">
              <a:ext uri="{FF2B5EF4-FFF2-40B4-BE49-F238E27FC236}">
                <a16:creationId xmlns:a16="http://schemas.microsoft.com/office/drawing/2014/main" id="{E1752954-2826-45F4-A7C5-D48E373F04C8}"/>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Invalidating motion is immediate locally; interrupting a GPU forward call is not assumed.</a:t>
            </a:r>
          </a:p>
        </p:txBody>
      </p:sp>
      <p:sp>
        <p:nvSpPr>
          <p:cNvPr id="17" name="text-19-17">
            <a:extLst xmlns:a="http://schemas.openxmlformats.org/drawingml/2006/main">
              <a:ext uri="{FF2B5EF4-FFF2-40B4-BE49-F238E27FC236}">
                <a16:creationId xmlns:a16="http://schemas.microsoft.com/office/drawing/2014/main" id="{1A5C1B8C-28E1-478C-9FD2-7FA5970A6597}"/>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19</a:t>
            </a:r>
          </a:p>
        </p:txBody>
      </p:sp>
    </p:spTree>
    <p:extLst>
      <p:ext uri="{BB962C8B-B14F-4D97-AF65-F5344CB8AC3E}">
        <p14:creationId xmlns:p14="http://schemas.microsoft.com/office/powerpoint/2010/main" val="437532603"/>
      </p:ext>
    </p:extLst>
  </p:cSld>
</p:sld>
</file>

<file path=ppt/slides/slide2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6" name="text-20-1">
            <a:extLst xmlns:a="http://schemas.openxmlformats.org/drawingml/2006/main">
              <a:ext uri="{FF2B5EF4-FFF2-40B4-BE49-F238E27FC236}">
                <a16:creationId xmlns:a16="http://schemas.microsoft.com/office/drawing/2014/main" id="{67FEAECC-516F-48F0-A456-98E36A526A8E}"/>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4 · REVIEW LIFECYCLE</a:t>
            </a:r>
          </a:p>
        </p:txBody>
      </p:sp>
      <p:sp>
        <p:nvSpPr>
          <p:cNvPr id="2" name="text-20-2">
            <a:extLst xmlns:a="http://schemas.openxmlformats.org/drawingml/2006/main">
              <a:ext uri="{FF2B5EF4-FFF2-40B4-BE49-F238E27FC236}">
                <a16:creationId xmlns:a16="http://schemas.microsoft.com/office/drawing/2014/main" id="{95ECD890-4A3A-4159-B144-E5BB3201FB29}"/>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Session cleanup preserves model ownership</a:t>
            </a:r>
          </a:p>
        </p:txBody>
      </p:sp>
      <p:sp>
        <p:nvSpPr>
          <p:cNvPr id="3" name="text-20-3">
            <a:extLst xmlns:a="http://schemas.openxmlformats.org/drawingml/2006/main">
              <a:ext uri="{FF2B5EF4-FFF2-40B4-BE49-F238E27FC236}">
                <a16:creationId xmlns:a16="http://schemas.microsoft.com/office/drawing/2014/main" id="{D7FC3020-C989-44C2-B94C-F2AF9037D128}"/>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A disappeared process cannot be replaced while its model call is still mutating state.</a:t>
            </a:r>
          </a:p>
        </p:txBody>
      </p:sp>
      <p:sp>
        <p:nvSpPr>
          <p:cNvPr id="4" name="rect-20-4">
            <a:extLst xmlns:a="http://schemas.openxmlformats.org/drawingml/2006/main">
              <a:ext uri="{FF2B5EF4-FFF2-40B4-BE49-F238E27FC236}">
                <a16:creationId xmlns:a16="http://schemas.microsoft.com/office/drawing/2014/main" id="{8BC72B28-4C58-4EDA-A976-4FF5E6536AEB}"/>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20-5">
            <a:extLst xmlns:a="http://schemas.openxmlformats.org/drawingml/2006/main">
              <a:ext uri="{FF2B5EF4-FFF2-40B4-BE49-F238E27FC236}">
                <a16:creationId xmlns:a16="http://schemas.microsoft.com/office/drawing/2014/main" id="{9F8FDDCD-EB7A-4D3C-ADD3-B6EEF7F12307}"/>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Admitted</a:t>
            </a:r>
          </a:p>
        </p:txBody>
      </p:sp>
      <p:sp>
        <p:nvSpPr>
          <p:cNvPr id="6" name="text-20-6">
            <a:extLst xmlns:a="http://schemas.openxmlformats.org/drawingml/2006/main">
              <a:ext uri="{FF2B5EF4-FFF2-40B4-BE49-F238E27FC236}">
                <a16:creationId xmlns:a16="http://schemas.microsoft.com/office/drawing/2014/main" id="{25074630-BC2F-4AB7-ACC9-33B62CC09742}"/>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initial presence</a:t>
            </a:r>
          </a:p>
        </p:txBody>
      </p:sp>
      <p:sp>
        <p:nvSpPr>
          <p:cNvPr id="7" name="text-20-7">
            <a:extLst xmlns:a="http://schemas.openxmlformats.org/drawingml/2006/main">
              <a:ext uri="{FF2B5EF4-FFF2-40B4-BE49-F238E27FC236}">
                <a16:creationId xmlns:a16="http://schemas.microsoft.com/office/drawing/2014/main" id="{C6201DAE-5D1F-4660-AB8A-1469EC464F06}"/>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then active ownership</a:t>
            </a:r>
          </a:p>
        </p:txBody>
      </p:sp>
      <p:sp>
        <p:nvSpPr>
          <p:cNvPr id="8" name="text-20-8">
            <a:extLst xmlns:a="http://schemas.openxmlformats.org/drawingml/2006/main">
              <a:ext uri="{FF2B5EF4-FFF2-40B4-BE49-F238E27FC236}">
                <a16:creationId xmlns:a16="http://schemas.microsoft.com/office/drawing/2014/main" id="{978C5233-BC72-46BA-A4CC-2D97F7ACDA41}"/>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20-9">
            <a:extLst xmlns:a="http://schemas.openxmlformats.org/drawingml/2006/main">
              <a:ext uri="{FF2B5EF4-FFF2-40B4-BE49-F238E27FC236}">
                <a16:creationId xmlns:a16="http://schemas.microsoft.com/office/drawing/2014/main" id="{1182D598-5E2A-431F-8141-66F60EC23CBA}"/>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20-10">
            <a:extLst xmlns:a="http://schemas.openxmlformats.org/drawingml/2006/main">
              <a:ext uri="{FF2B5EF4-FFF2-40B4-BE49-F238E27FC236}">
                <a16:creationId xmlns:a16="http://schemas.microsoft.com/office/drawing/2014/main" id="{A4F1A1E4-E781-4EF8-8CF9-6A8ADB88B4A4}"/>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Absent</a:t>
            </a:r>
          </a:p>
        </p:txBody>
      </p:sp>
      <p:sp>
        <p:nvSpPr>
          <p:cNvPr id="11" name="text-20-11">
            <a:extLst xmlns:a="http://schemas.openxmlformats.org/drawingml/2006/main">
              <a:ext uri="{FF2B5EF4-FFF2-40B4-BE49-F238E27FC236}">
                <a16:creationId xmlns:a16="http://schemas.microsoft.com/office/drawing/2014/main" id="{046B0AE5-A11F-4A97-9514-99A2355FE59C}"/>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grace countdown</a:t>
            </a:r>
          </a:p>
        </p:txBody>
      </p:sp>
      <p:sp>
        <p:nvSpPr>
          <p:cNvPr id="12" name="text-20-12">
            <a:extLst xmlns:a="http://schemas.openxmlformats.org/drawingml/2006/main">
              <a:ext uri="{FF2B5EF4-FFF2-40B4-BE49-F238E27FC236}">
                <a16:creationId xmlns:a16="http://schemas.microsoft.com/office/drawing/2014/main" id="{7EC82174-5628-402C-BDAE-456A04D68346}"/>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restoration can cancel</a:t>
            </a:r>
          </a:p>
        </p:txBody>
      </p:sp>
      <p:sp>
        <p:nvSpPr>
          <p:cNvPr id="13" name="text-20-13">
            <a:extLst xmlns:a="http://schemas.openxmlformats.org/drawingml/2006/main">
              <a:ext uri="{FF2B5EF4-FFF2-40B4-BE49-F238E27FC236}">
                <a16:creationId xmlns:a16="http://schemas.microsoft.com/office/drawing/2014/main" id="{87DD36B7-FBBB-4CEF-873A-7F4ADCC818B5}"/>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4" name="rect-20-14">
            <a:extLst xmlns:a="http://schemas.openxmlformats.org/drawingml/2006/main">
              <a:ext uri="{FF2B5EF4-FFF2-40B4-BE49-F238E27FC236}">
                <a16:creationId xmlns:a16="http://schemas.microsoft.com/office/drawing/2014/main" id="{F68F6668-C753-4215-9843-C91119D4A105}"/>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5" name="text-20-15">
            <a:extLst xmlns:a="http://schemas.openxmlformats.org/drawingml/2006/main">
              <a:ext uri="{FF2B5EF4-FFF2-40B4-BE49-F238E27FC236}">
                <a16:creationId xmlns:a16="http://schemas.microsoft.com/office/drawing/2014/main" id="{52AFCB56-1470-4126-8EC4-5854388D64AB}"/>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Closing</a:t>
            </a:r>
          </a:p>
        </p:txBody>
      </p:sp>
      <p:sp>
        <p:nvSpPr>
          <p:cNvPr id="16" name="text-20-16">
            <a:extLst xmlns:a="http://schemas.openxmlformats.org/drawingml/2006/main">
              <a:ext uri="{FF2B5EF4-FFF2-40B4-BE49-F238E27FC236}">
                <a16:creationId xmlns:a16="http://schemas.microsoft.com/office/drawing/2014/main" id="{8E412D3B-8D5A-4BB9-89B8-FE7897384A4A}"/>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stop accepting data</a:t>
            </a:r>
          </a:p>
        </p:txBody>
      </p:sp>
      <p:sp>
        <p:nvSpPr>
          <p:cNvPr id="17" name="text-20-17">
            <a:extLst xmlns:a="http://schemas.openxmlformats.org/drawingml/2006/main">
              <a:ext uri="{FF2B5EF4-FFF2-40B4-BE49-F238E27FC236}">
                <a16:creationId xmlns:a16="http://schemas.microsoft.com/office/drawing/2014/main" id="{11A5ECCD-A5B3-487E-9C25-E0A2C9C56C2D}"/>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queue cleanup</a:t>
            </a:r>
          </a:p>
        </p:txBody>
      </p:sp>
      <p:sp>
        <p:nvSpPr>
          <p:cNvPr id="18" name="text-20-18">
            <a:extLst xmlns:a="http://schemas.openxmlformats.org/drawingml/2006/main">
              <a:ext uri="{FF2B5EF4-FFF2-40B4-BE49-F238E27FC236}">
                <a16:creationId xmlns:a16="http://schemas.microsoft.com/office/drawing/2014/main" id="{FB90ED80-52CA-4E45-B5A6-FAF863267C37}"/>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9" name="rect-20-19">
            <a:extLst xmlns:a="http://schemas.openxmlformats.org/drawingml/2006/main">
              <a:ext uri="{FF2B5EF4-FFF2-40B4-BE49-F238E27FC236}">
                <a16:creationId xmlns:a16="http://schemas.microsoft.com/office/drawing/2014/main" id="{F5D321AC-7A22-425E-9638-234A70BD9E67}"/>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0" name="text-20-20">
            <a:extLst xmlns:a="http://schemas.openxmlformats.org/drawingml/2006/main">
              <a:ext uri="{FF2B5EF4-FFF2-40B4-BE49-F238E27FC236}">
                <a16:creationId xmlns:a16="http://schemas.microsoft.com/office/drawing/2014/main" id="{33EABD3D-CF2A-45B6-9AE6-4DFE57E4F957}"/>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Released</a:t>
            </a:r>
          </a:p>
        </p:txBody>
      </p:sp>
      <p:sp>
        <p:nvSpPr>
          <p:cNvPr id="21" name="text-20-21">
            <a:extLst xmlns:a="http://schemas.openxmlformats.org/drawingml/2006/main">
              <a:ext uri="{FF2B5EF4-FFF2-40B4-BE49-F238E27FC236}">
                <a16:creationId xmlns:a16="http://schemas.microsoft.com/office/drawing/2014/main" id="{E7B33772-CB16-41EA-A6BD-09FBD5C5D4A3}"/>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current call finishes</a:t>
            </a:r>
          </a:p>
        </p:txBody>
      </p:sp>
      <p:sp>
        <p:nvSpPr>
          <p:cNvPr id="22" name="text-20-22">
            <a:extLst xmlns:a="http://schemas.openxmlformats.org/drawingml/2006/main">
              <a:ext uri="{FF2B5EF4-FFF2-40B4-BE49-F238E27FC236}">
                <a16:creationId xmlns:a16="http://schemas.microsoft.com/office/drawing/2014/main" id="{265D295E-BD7D-4C10-AA9A-6E828CBDDD33}"/>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full reset completes</a:t>
            </a:r>
          </a:p>
        </p:txBody>
      </p:sp>
      <p:sp>
        <p:nvSpPr>
          <p:cNvPr id="23" name="rect-20-23">
            <a:extLst xmlns:a="http://schemas.openxmlformats.org/drawingml/2006/main">
              <a:ext uri="{FF2B5EF4-FFF2-40B4-BE49-F238E27FC236}">
                <a16:creationId xmlns:a16="http://schemas.microsoft.com/office/drawing/2014/main" id="{F94DBB12-3381-432E-A173-D5E2A3730625}"/>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4" name="text-20-24">
            <a:extLst xmlns:a="http://schemas.openxmlformats.org/drawingml/2006/main">
              <a:ext uri="{FF2B5EF4-FFF2-40B4-BE49-F238E27FC236}">
                <a16:creationId xmlns:a16="http://schemas.microsoft.com/office/drawing/2014/main" id="{E3221DEB-FF9F-45CC-ACB0-E8F72781A29C}"/>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Grace expiry schedules cleanup; it does not forcibly free a busy model.</a:t>
            </a:r>
          </a:p>
        </p:txBody>
      </p:sp>
      <p:sp>
        <p:nvSpPr>
          <p:cNvPr id="25" name="text-20-25">
            <a:extLst xmlns:a="http://schemas.openxmlformats.org/drawingml/2006/main">
              <a:ext uri="{FF2B5EF4-FFF2-40B4-BE49-F238E27FC236}">
                <a16:creationId xmlns:a16="http://schemas.microsoft.com/office/drawing/2014/main" id="{86A99CDA-C49E-44BF-8581-6FBF9A8EBC33}"/>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20</a:t>
            </a:r>
          </a:p>
        </p:txBody>
      </p:sp>
    </p:spTree>
    <p:extLst>
      <p:ext uri="{BB962C8B-B14F-4D97-AF65-F5344CB8AC3E}">
        <p14:creationId xmlns:p14="http://schemas.microsoft.com/office/powerpoint/2010/main" val="1974696035"/>
      </p:ext>
    </p:extLst>
  </p:cSld>
</p:sld>
</file>

<file path=ppt/slides/slide2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21-1">
            <a:extLst xmlns:a="http://schemas.openxmlformats.org/drawingml/2006/main">
              <a:ext uri="{FF2B5EF4-FFF2-40B4-BE49-F238E27FC236}">
                <a16:creationId xmlns:a16="http://schemas.microsoft.com/office/drawing/2014/main" id="{05EB8C52-6926-4C13-B469-62AF8A11C2C0}"/>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4 · REVIEW LIFECYCLE</a:t>
            </a:r>
          </a:p>
        </p:txBody>
      </p:sp>
      <p:sp>
        <p:nvSpPr>
          <p:cNvPr id="2" name="text-21-2">
            <a:extLst xmlns:a="http://schemas.openxmlformats.org/drawingml/2006/main">
              <a:ext uri="{FF2B5EF4-FFF2-40B4-BE49-F238E27FC236}">
                <a16:creationId xmlns:a16="http://schemas.microsoft.com/office/drawing/2014/main" id="{60C04463-2B8D-4E57-989D-C85FEC1A13B0}"/>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Terminal fault becomes local shutdown</a:t>
            </a:r>
          </a:p>
        </p:txBody>
      </p:sp>
      <p:sp>
        <p:nvSpPr>
          <p:cNvPr id="3" name="text-21-3">
            <a:extLst xmlns:a="http://schemas.openxmlformats.org/drawingml/2006/main">
              <a:ext uri="{FF2B5EF4-FFF2-40B4-BE49-F238E27FC236}">
                <a16:creationId xmlns:a16="http://schemas.microsoft.com/office/drawing/2014/main" id="{75C6E1C8-DA40-4A7D-9982-650010F8831D}"/>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The robot can return to its initial pose even when the server is gone.</a:t>
            </a:r>
          </a:p>
        </p:txBody>
      </p:sp>
      <p:sp>
        <p:nvSpPr>
          <p:cNvPr id="4" name="rect-21-4">
            <a:extLst xmlns:a="http://schemas.openxmlformats.org/drawingml/2006/main">
              <a:ext uri="{FF2B5EF4-FFF2-40B4-BE49-F238E27FC236}">
                <a16:creationId xmlns:a16="http://schemas.microsoft.com/office/drawing/2014/main" id="{5960221B-D5CB-4DC9-8552-09EEEDAA6A50}"/>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21-5">
            <a:extLst xmlns:a="http://schemas.openxmlformats.org/drawingml/2006/main">
              <a:ext uri="{FF2B5EF4-FFF2-40B4-BE49-F238E27FC236}">
                <a16:creationId xmlns:a16="http://schemas.microsoft.com/office/drawing/2014/main" id="{36A92304-E0AF-4C78-91F9-7F793DCA0294}"/>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Fault latch</a:t>
            </a:r>
          </a:p>
        </p:txBody>
      </p:sp>
      <p:sp>
        <p:nvSpPr>
          <p:cNvPr id="6" name="text-21-6">
            <a:extLst xmlns:a="http://schemas.openxmlformats.org/drawingml/2006/main">
              <a:ext uri="{FF2B5EF4-FFF2-40B4-BE49-F238E27FC236}">
                <a16:creationId xmlns:a16="http://schemas.microsoft.com/office/drawing/2014/main" id="{053BF1AA-E700-4AE9-BADC-4E1329F374D1}"/>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deadline / age</a:t>
            </a:r>
          </a:p>
        </p:txBody>
      </p:sp>
      <p:sp>
        <p:nvSpPr>
          <p:cNvPr id="7" name="text-21-7">
            <a:extLst xmlns:a="http://schemas.openxmlformats.org/drawingml/2006/main">
              <a:ext uri="{FF2B5EF4-FFF2-40B4-BE49-F238E27FC236}">
                <a16:creationId xmlns:a16="http://schemas.microsoft.com/office/drawing/2014/main" id="{62C3CF1F-EFD6-4ECA-949B-31156BEFE6DD}"/>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or action exhaustion</a:t>
            </a:r>
          </a:p>
        </p:txBody>
      </p:sp>
      <p:sp>
        <p:nvSpPr>
          <p:cNvPr id="8" name="text-21-8">
            <a:extLst xmlns:a="http://schemas.openxmlformats.org/drawingml/2006/main">
              <a:ext uri="{FF2B5EF4-FFF2-40B4-BE49-F238E27FC236}">
                <a16:creationId xmlns:a16="http://schemas.microsoft.com/office/drawing/2014/main" id="{79FD12E9-FEA1-4FC6-99D7-341B3D53290C}"/>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21-9">
            <a:extLst xmlns:a="http://schemas.openxmlformats.org/drawingml/2006/main">
              <a:ext uri="{FF2B5EF4-FFF2-40B4-BE49-F238E27FC236}">
                <a16:creationId xmlns:a16="http://schemas.microsoft.com/office/drawing/2014/main" id="{C3F7327D-3C01-41D9-9F9F-797514C98306}"/>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21-10">
            <a:extLst xmlns:a="http://schemas.openxmlformats.org/drawingml/2006/main">
              <a:ext uri="{FF2B5EF4-FFF2-40B4-BE49-F238E27FC236}">
                <a16:creationId xmlns:a16="http://schemas.microsoft.com/office/drawing/2014/main" id="{5C5E9FD4-317D-4300-9992-A65281FE2022}"/>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Revoke motion</a:t>
            </a:r>
          </a:p>
        </p:txBody>
      </p:sp>
      <p:sp>
        <p:nvSpPr>
          <p:cNvPr id="11" name="text-21-11">
            <a:extLst xmlns:a="http://schemas.openxmlformats.org/drawingml/2006/main">
              <a:ext uri="{FF2B5EF4-FFF2-40B4-BE49-F238E27FC236}">
                <a16:creationId xmlns:a16="http://schemas.microsoft.com/office/drawing/2014/main" id="{8A43BAEF-4A1D-41B1-9C1A-54BCBC31202A}"/>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clear future</a:t>
            </a:r>
          </a:p>
        </p:txBody>
      </p:sp>
      <p:sp>
        <p:nvSpPr>
          <p:cNvPr id="12" name="text-21-12">
            <a:extLst xmlns:a="http://schemas.openxmlformats.org/drawingml/2006/main">
              <a:ext uri="{FF2B5EF4-FFF2-40B4-BE49-F238E27FC236}">
                <a16:creationId xmlns:a16="http://schemas.microsoft.com/office/drawing/2014/main" id="{4FCB8EEA-D942-495A-B4C8-E751ABD6F089}"/>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reset interpolation</a:t>
            </a:r>
          </a:p>
        </p:txBody>
      </p:sp>
      <p:sp>
        <p:nvSpPr>
          <p:cNvPr id="13" name="text-21-13">
            <a:extLst xmlns:a="http://schemas.openxmlformats.org/drawingml/2006/main">
              <a:ext uri="{FF2B5EF4-FFF2-40B4-BE49-F238E27FC236}">
                <a16:creationId xmlns:a16="http://schemas.microsoft.com/office/drawing/2014/main" id="{31BDD4D7-145C-40AC-8247-AB75F115FA34}"/>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4" name="rect-21-14">
            <a:extLst xmlns:a="http://schemas.openxmlformats.org/drawingml/2006/main">
              <a:ext uri="{FF2B5EF4-FFF2-40B4-BE49-F238E27FC236}">
                <a16:creationId xmlns:a16="http://schemas.microsoft.com/office/drawing/2014/main" id="{D732B196-45DC-4611-90C9-3AD4D3A136E5}"/>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5" name="text-21-15">
            <a:extLst xmlns:a="http://schemas.openxmlformats.org/drawingml/2006/main">
              <a:ext uri="{FF2B5EF4-FFF2-40B4-BE49-F238E27FC236}">
                <a16:creationId xmlns:a16="http://schemas.microsoft.com/office/drawing/2014/main" id="{79F863A4-F605-4973-938F-2558CE0069E9}"/>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Local cleanup</a:t>
            </a:r>
          </a:p>
        </p:txBody>
      </p:sp>
      <p:sp>
        <p:nvSpPr>
          <p:cNvPr id="16" name="text-21-16">
            <a:extLst xmlns:a="http://schemas.openxmlformats.org/drawingml/2006/main">
              <a:ext uri="{FF2B5EF4-FFF2-40B4-BE49-F238E27FC236}">
                <a16:creationId xmlns:a16="http://schemas.microsoft.com/office/drawing/2014/main" id="{93CBC855-31FD-42A8-8BCA-62774209CA60}"/>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hold attempt → stop</a:t>
            </a:r>
          </a:p>
        </p:txBody>
      </p:sp>
      <p:sp>
        <p:nvSpPr>
          <p:cNvPr id="17" name="text-21-17">
            <a:extLst xmlns:a="http://schemas.openxmlformats.org/drawingml/2006/main">
              <a:ext uri="{FF2B5EF4-FFF2-40B4-BE49-F238E27FC236}">
                <a16:creationId xmlns:a16="http://schemas.microsoft.com/office/drawing/2014/main" id="{7C940E8B-4465-468D-92A8-8C661AA5B28B}"/>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engine</a:t>
            </a:r>
          </a:p>
        </p:txBody>
      </p:sp>
      <p:sp>
        <p:nvSpPr>
          <p:cNvPr id="18" name="text-21-18">
            <a:extLst xmlns:a="http://schemas.openxmlformats.org/drawingml/2006/main">
              <a:ext uri="{FF2B5EF4-FFF2-40B4-BE49-F238E27FC236}">
                <a16:creationId xmlns:a16="http://schemas.microsoft.com/office/drawing/2014/main" id="{A1800D1A-A322-48B8-BAA7-E683D3BB40D7}"/>
              </a:ext>
            </a:extLst>
          </p:cNvPr>
          <p:cNvSpPr>
            <a:spLocks xmlns:a="http://schemas.openxmlformats.org/drawingml/2006/main" noGrp="1"/>
          </p:cNvSpPr>
          <p:nvPr/>
        </p:nvSpPr>
        <p:spPr>
          <a:xfrm xmlns:a="http://schemas.openxmlformats.org/drawingml/2006/main">
            <a:off x="6486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configured return</a:t>
            </a:r>
          </a:p>
        </p:txBody>
      </p:sp>
      <p:sp>
        <p:nvSpPr>
          <p:cNvPr id="19" name="text-21-19">
            <a:extLst xmlns:a="http://schemas.openxmlformats.org/drawingml/2006/main">
              <a:ext uri="{FF2B5EF4-FFF2-40B4-BE49-F238E27FC236}">
                <a16:creationId xmlns:a16="http://schemas.microsoft.com/office/drawing/2014/main" id="{769C52F0-F707-40B8-8246-321ECBACD343}"/>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0" name="rect-21-20">
            <a:extLst xmlns:a="http://schemas.openxmlformats.org/drawingml/2006/main">
              <a:ext uri="{FF2B5EF4-FFF2-40B4-BE49-F238E27FC236}">
                <a16:creationId xmlns:a16="http://schemas.microsoft.com/office/drawing/2014/main" id="{82A898EF-D2D2-41B9-9A0B-56A8FCAAD8EF}"/>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1" name="text-21-21">
            <a:extLst xmlns:a="http://schemas.openxmlformats.org/drawingml/2006/main">
              <a:ext uri="{FF2B5EF4-FFF2-40B4-BE49-F238E27FC236}">
                <a16:creationId xmlns:a16="http://schemas.microsoft.com/office/drawing/2014/main" id="{F0DBCE44-776C-474F-81C3-3961AA319840}"/>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Disconnect</a:t>
            </a:r>
          </a:p>
        </p:txBody>
      </p:sp>
      <p:sp>
        <p:nvSpPr>
          <p:cNvPr id="22" name="text-21-22">
            <a:extLst xmlns:a="http://schemas.openxmlformats.org/drawingml/2006/main">
              <a:ext uri="{FF2B5EF4-FFF2-40B4-BE49-F238E27FC236}">
                <a16:creationId xmlns:a16="http://schemas.microsoft.com/office/drawing/2014/main" id="{5FE9C5B9-8768-47D4-B913-B8DD4BB0329D}"/>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robot driver applies</a:t>
            </a:r>
          </a:p>
        </p:txBody>
      </p:sp>
      <p:sp>
        <p:nvSpPr>
          <p:cNvPr id="23" name="text-21-23">
            <a:extLst xmlns:a="http://schemas.openxmlformats.org/drawingml/2006/main">
              <a:ext uri="{FF2B5EF4-FFF2-40B4-BE49-F238E27FC236}">
                <a16:creationId xmlns:a16="http://schemas.microsoft.com/office/drawing/2014/main" id="{CB13A64F-8D8F-4111-BD18-DA4E3498C96E}"/>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its torque behavior</a:t>
            </a:r>
          </a:p>
        </p:txBody>
      </p:sp>
      <p:sp>
        <p:nvSpPr>
          <p:cNvPr id="24" name="rect-21-24">
            <a:extLst xmlns:a="http://schemas.openxmlformats.org/drawingml/2006/main">
              <a:ext uri="{FF2B5EF4-FFF2-40B4-BE49-F238E27FC236}">
                <a16:creationId xmlns:a16="http://schemas.microsoft.com/office/drawing/2014/main" id="{982C405D-A676-4030-B89B-25B89100D25A}"/>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21-25">
            <a:extLst xmlns:a="http://schemas.openxmlformats.org/drawingml/2006/main">
              <a:ext uri="{FF2B5EF4-FFF2-40B4-BE49-F238E27FC236}">
                <a16:creationId xmlns:a16="http://schemas.microsoft.com/office/drawing/2014/main" id="{B9C8CC28-85DC-4032-A2F3-C132A3B60670}"/>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Return requires enabled configuration, a captured initial pose and no known hardware I/O failure.</a:t>
            </a:r>
          </a:p>
        </p:txBody>
      </p:sp>
      <p:sp>
        <p:nvSpPr>
          <p:cNvPr id="26" name="text-21-26">
            <a:extLst xmlns:a="http://schemas.openxmlformats.org/drawingml/2006/main">
              <a:ext uri="{FF2B5EF4-FFF2-40B4-BE49-F238E27FC236}">
                <a16:creationId xmlns:a16="http://schemas.microsoft.com/office/drawing/2014/main" id="{97E2277D-65CD-4D4F-9D17-4B1B61F777C2}"/>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21</a:t>
            </a:r>
          </a:p>
        </p:txBody>
      </p:sp>
    </p:spTree>
    <p:extLst>
      <p:ext uri="{BB962C8B-B14F-4D97-AF65-F5344CB8AC3E}">
        <p14:creationId xmlns:p14="http://schemas.microsoft.com/office/powerpoint/2010/main" val="1188024146"/>
      </p:ext>
    </p:extLst>
  </p:cSld>
</p:sld>
</file>

<file path=ppt/slides/slide2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7" name="text-22-1">
            <a:extLst xmlns:a="http://schemas.openxmlformats.org/drawingml/2006/main">
              <a:ext uri="{FF2B5EF4-FFF2-40B4-BE49-F238E27FC236}">
                <a16:creationId xmlns:a16="http://schemas.microsoft.com/office/drawing/2014/main" id="{1C346D8B-BCEC-4C65-A773-6D5072C86661}"/>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4 · REVIEW LIFECYCLE</a:t>
            </a:r>
          </a:p>
        </p:txBody>
      </p:sp>
      <p:sp>
        <p:nvSpPr>
          <p:cNvPr id="2" name="text-22-2">
            <a:extLst xmlns:a="http://schemas.openxmlformats.org/drawingml/2006/main">
              <a:ext uri="{FF2B5EF4-FFF2-40B4-BE49-F238E27FC236}">
                <a16:creationId xmlns:a16="http://schemas.microsoft.com/office/drawing/2014/main" id="{3EE733D2-E2DE-4C0B-802C-D75A96402F77}"/>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Language is a planned hold path</a:t>
            </a:r>
          </a:p>
        </p:txBody>
      </p:sp>
      <p:sp>
        <p:nvSpPr>
          <p:cNvPr id="3" name="text-22-3">
            <a:extLst xmlns:a="http://schemas.openxmlformats.org/drawingml/2006/main">
              <a:ext uri="{FF2B5EF4-FFF2-40B4-BE49-F238E27FC236}">
                <a16:creationId xmlns:a16="http://schemas.microsoft.com/office/drawing/2014/main" id="{661C1372-D3C7-45DC-A970-23E720840DA1}"/>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Text work shares the policy worker, so motion is explicitly suspended.</a:t>
            </a:r>
          </a:p>
        </p:txBody>
      </p:sp>
      <p:sp>
        <p:nvSpPr>
          <p:cNvPr id="4" name="rect-22-4">
            <a:extLst xmlns:a="http://schemas.openxmlformats.org/drawingml/2006/main">
              <a:ext uri="{FF2B5EF4-FFF2-40B4-BE49-F238E27FC236}">
                <a16:creationId xmlns:a16="http://schemas.microsoft.com/office/drawing/2014/main" id="{AB0CD78F-4EFF-4681-A221-FB26E51D5C68}"/>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22-5">
            <a:extLst xmlns:a="http://schemas.openxmlformats.org/drawingml/2006/main">
              <a:ext uri="{FF2B5EF4-FFF2-40B4-BE49-F238E27FC236}">
                <a16:creationId xmlns:a16="http://schemas.microsoft.com/office/drawing/2014/main" id="{BD566B65-100F-493A-9867-EB38DE05EE0B}"/>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Request query</a:t>
            </a:r>
          </a:p>
        </p:txBody>
      </p:sp>
      <p:sp>
        <p:nvSpPr>
          <p:cNvPr id="6" name="text-22-6">
            <a:extLst xmlns:a="http://schemas.openxmlformats.org/drawingml/2006/main">
              <a:ext uri="{FF2B5EF4-FFF2-40B4-BE49-F238E27FC236}">
                <a16:creationId xmlns:a16="http://schemas.microsoft.com/office/drawing/2014/main" id="{1CCC3A7C-6C34-4882-9748-EFC3578D827E}"/>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revoke motion</a:t>
            </a:r>
          </a:p>
        </p:txBody>
      </p:sp>
      <p:sp>
        <p:nvSpPr>
          <p:cNvPr id="7" name="text-22-7">
            <a:extLst xmlns:a="http://schemas.openxmlformats.org/drawingml/2006/main">
              <a:ext uri="{FF2B5EF4-FFF2-40B4-BE49-F238E27FC236}">
                <a16:creationId xmlns:a16="http://schemas.microsoft.com/office/drawing/2014/main" id="{775A830E-53FA-48CA-9AF5-5E0EFDD5E8DC}"/>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advance generation</a:t>
            </a:r>
          </a:p>
        </p:txBody>
      </p:sp>
      <p:sp>
        <p:nvSpPr>
          <p:cNvPr id="8" name="text-22-8">
            <a:extLst xmlns:a="http://schemas.openxmlformats.org/drawingml/2006/main">
              <a:ext uri="{FF2B5EF4-FFF2-40B4-BE49-F238E27FC236}">
                <a16:creationId xmlns:a16="http://schemas.microsoft.com/office/drawing/2014/main" id="{3339B5DE-ED9A-4186-B3D7-D400EE4CD97D}"/>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9" name="rect-22-9">
            <a:extLst xmlns:a="http://schemas.openxmlformats.org/drawingml/2006/main">
              <a:ext uri="{FF2B5EF4-FFF2-40B4-BE49-F238E27FC236}">
                <a16:creationId xmlns:a16="http://schemas.microsoft.com/office/drawing/2014/main" id="{CE5509C2-5A75-4A63-8830-5201CB772CB8}"/>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0" name="text-22-10">
            <a:extLst xmlns:a="http://schemas.openxmlformats.org/drawingml/2006/main">
              <a:ext uri="{FF2B5EF4-FFF2-40B4-BE49-F238E27FC236}">
                <a16:creationId xmlns:a16="http://schemas.microsoft.com/office/drawing/2014/main" id="{261084B0-06BD-42BD-A2A0-C6971B2EE221}"/>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Motor ACK</a:t>
            </a:r>
          </a:p>
        </p:txBody>
      </p:sp>
      <p:sp>
        <p:nvSpPr>
          <p:cNvPr id="11" name="text-22-11">
            <a:extLst xmlns:a="http://schemas.openxmlformats.org/drawingml/2006/main">
              <a:ext uri="{FF2B5EF4-FFF2-40B4-BE49-F238E27FC236}">
                <a16:creationId xmlns:a16="http://schemas.microsoft.com/office/drawing/2014/main" id="{12290AB1-C9AA-4277-AFE1-73661BE67683}"/>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clear interpolation</a:t>
            </a:r>
          </a:p>
        </p:txBody>
      </p:sp>
      <p:sp>
        <p:nvSpPr>
          <p:cNvPr id="12" name="text-22-12">
            <a:extLst xmlns:a="http://schemas.openxmlformats.org/drawingml/2006/main">
              <a:ext uri="{FF2B5EF4-FFF2-40B4-BE49-F238E27FC236}">
                <a16:creationId xmlns:a16="http://schemas.microsoft.com/office/drawing/2014/main" id="{E3427A86-5AC1-4228-B4D6-4052999F0128}"/>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hold command issued</a:t>
            </a:r>
          </a:p>
        </p:txBody>
      </p:sp>
      <p:sp>
        <p:nvSpPr>
          <p:cNvPr id="13" name="text-22-13">
            <a:extLst xmlns:a="http://schemas.openxmlformats.org/drawingml/2006/main">
              <a:ext uri="{FF2B5EF4-FFF2-40B4-BE49-F238E27FC236}">
                <a16:creationId xmlns:a16="http://schemas.microsoft.com/office/drawing/2014/main" id="{95EBAD56-8BFB-4CF0-BB30-704F07D14216}"/>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4" name="rect-22-14">
            <a:extLst xmlns:a="http://schemas.openxmlformats.org/drawingml/2006/main">
              <a:ext uri="{FF2B5EF4-FFF2-40B4-BE49-F238E27FC236}">
                <a16:creationId xmlns:a16="http://schemas.microsoft.com/office/drawing/2014/main" id="{DC0F3DD4-C16E-4327-895E-9FF896130A01}"/>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5" name="text-22-15">
            <a:extLst xmlns:a="http://schemas.openxmlformats.org/drawingml/2006/main">
              <a:ext uri="{FF2B5EF4-FFF2-40B4-BE49-F238E27FC236}">
                <a16:creationId xmlns:a16="http://schemas.microsoft.com/office/drawing/2014/main" id="{AE883597-DA66-4DD5-BCA2-312FF8ECA0CE}"/>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Text operation</a:t>
            </a:r>
          </a:p>
        </p:txBody>
      </p:sp>
      <p:sp>
        <p:nvSpPr>
          <p:cNvPr id="16" name="text-22-16">
            <a:extLst xmlns:a="http://schemas.openxmlformats.org/drawingml/2006/main">
              <a:ext uri="{FF2B5EF4-FFF2-40B4-BE49-F238E27FC236}">
                <a16:creationId xmlns:a16="http://schemas.microsoft.com/office/drawing/2014/main" id="{7DFB3C8D-4CE1-487B-8BF6-2604A5D72F10}"/>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fresh held capture</a:t>
            </a:r>
          </a:p>
        </p:txBody>
      </p:sp>
      <p:sp>
        <p:nvSpPr>
          <p:cNvPr id="17" name="text-22-17">
            <a:extLst xmlns:a="http://schemas.openxmlformats.org/drawingml/2006/main">
              <a:ext uri="{FF2B5EF4-FFF2-40B4-BE49-F238E27FC236}">
                <a16:creationId xmlns:a16="http://schemas.microsoft.com/office/drawing/2014/main" id="{24B3ABEF-737D-4F05-BB71-8CB374591747}"/>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isolated processors</a:t>
            </a:r>
          </a:p>
        </p:txBody>
      </p:sp>
      <p:sp>
        <p:nvSpPr>
          <p:cNvPr id="18" name="text-22-18">
            <a:extLst xmlns:a="http://schemas.openxmlformats.org/drawingml/2006/main">
              <a:ext uri="{FF2B5EF4-FFF2-40B4-BE49-F238E27FC236}">
                <a16:creationId xmlns:a16="http://schemas.microsoft.com/office/drawing/2014/main" id="{A3B6259D-EA7F-4AC9-BE3D-96D5447DEEA6}"/>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9" name="rect-22-19">
            <a:extLst xmlns:a="http://schemas.openxmlformats.org/drawingml/2006/main">
              <a:ext uri="{FF2B5EF4-FFF2-40B4-BE49-F238E27FC236}">
                <a16:creationId xmlns:a16="http://schemas.microsoft.com/office/drawing/2014/main" id="{610D4D9D-6A37-4C77-B7E1-2B3314A2D2BE}"/>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0" name="text-22-20">
            <a:extLst xmlns:a="http://schemas.openxmlformats.org/drawingml/2006/main">
              <a:ext uri="{FF2B5EF4-FFF2-40B4-BE49-F238E27FC236}">
                <a16:creationId xmlns:a16="http://schemas.microsoft.com/office/drawing/2014/main" id="{98DDAC4B-2798-4BFA-9A26-CC7D0710F7CE}"/>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Resume</a:t>
            </a:r>
          </a:p>
        </p:txBody>
      </p:sp>
      <p:sp>
        <p:nvSpPr>
          <p:cNvPr id="21" name="text-22-21">
            <a:extLst xmlns:a="http://schemas.openxmlformats.org/drawingml/2006/main">
              <a:ext uri="{FF2B5EF4-FFF2-40B4-BE49-F238E27FC236}">
                <a16:creationId xmlns:a16="http://schemas.microsoft.com/office/drawing/2014/main" id="{7CCC6EEB-10C4-4302-8316-5F15412AE90A}"/>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validate answer</a:t>
            </a:r>
          </a:p>
        </p:txBody>
      </p:sp>
      <p:sp>
        <p:nvSpPr>
          <p:cNvPr id="22" name="text-22-22">
            <a:extLst xmlns:a="http://schemas.openxmlformats.org/drawingml/2006/main">
              <a:ext uri="{FF2B5EF4-FFF2-40B4-BE49-F238E27FC236}">
                <a16:creationId xmlns:a16="http://schemas.microsoft.com/office/drawing/2014/main" id="{699BF11E-FB05-4A1C-88FD-4EB4CDC9AC5D}"/>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context</a:t>
            </a:r>
          </a:p>
        </p:txBody>
      </p:sp>
      <p:sp>
        <p:nvSpPr>
          <p:cNvPr id="23" name="text-22-23">
            <a:extLst xmlns:a="http://schemas.openxmlformats.org/drawingml/2006/main">
              <a:ext uri="{FF2B5EF4-FFF2-40B4-BE49-F238E27FC236}">
                <a16:creationId xmlns:a16="http://schemas.microsoft.com/office/drawing/2014/main" id="{0B137595-0B95-40D5-A637-DAD91414C12F}"/>
              </a:ext>
            </a:extLst>
          </p:cNvPr>
          <p:cNvSpPr>
            <a:spLocks xmlns:a="http://schemas.openxmlformats.org/drawingml/2006/main" noGrp="1"/>
          </p:cNvSpPr>
          <p:nvPr/>
        </p:nvSpPr>
        <p:spPr>
          <a:xfrm xmlns:a="http://schemas.openxmlformats.org/drawingml/2006/main">
            <a:off x="9344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new action capture</a:t>
            </a:r>
          </a:p>
        </p:txBody>
      </p:sp>
      <p:sp>
        <p:nvSpPr>
          <p:cNvPr id="24" name="rect-22-24">
            <a:extLst xmlns:a="http://schemas.openxmlformats.org/drawingml/2006/main">
              <a:ext uri="{FF2B5EF4-FFF2-40B4-BE49-F238E27FC236}">
                <a16:creationId xmlns:a16="http://schemas.microsoft.com/office/drawing/2014/main" id="{82F9E919-F58B-44B9-A16F-400D0CF7EC0D}"/>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5" name="text-22-25">
            <a:extLst xmlns:a="http://schemas.openxmlformats.org/drawingml/2006/main">
              <a:ext uri="{FF2B5EF4-FFF2-40B4-BE49-F238E27FC236}">
                <a16:creationId xmlns:a16="http://schemas.microsoft.com/office/drawing/2014/main" id="{4C3A0A18-FBD8-4781-BCF7-9C7F3AA9E2FF}"/>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Implemented and software-tested; real text-capable checkpoint acceptance is still deferred.</a:t>
            </a:r>
          </a:p>
        </p:txBody>
      </p:sp>
      <p:sp>
        <p:nvSpPr>
          <p:cNvPr id="26" name="text-22-26">
            <a:extLst xmlns:a="http://schemas.openxmlformats.org/drawingml/2006/main">
              <a:ext uri="{FF2B5EF4-FFF2-40B4-BE49-F238E27FC236}">
                <a16:creationId xmlns:a16="http://schemas.microsoft.com/office/drawing/2014/main" id="{E79937E7-6166-4506-B2CD-3BB055093B9B}"/>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22</a:t>
            </a:r>
          </a:p>
        </p:txBody>
      </p:sp>
    </p:spTree>
    <p:extLst>
      <p:ext uri="{BB962C8B-B14F-4D97-AF65-F5344CB8AC3E}">
        <p14:creationId xmlns:p14="http://schemas.microsoft.com/office/powerpoint/2010/main" val="1683884717"/>
      </p:ext>
    </p:extLst>
  </p:cSld>
</p:sld>
</file>

<file path=ppt/slides/slide2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1" name="text-23-1">
            <a:extLst xmlns:a="http://schemas.openxmlformats.org/drawingml/2006/main">
              <a:ext uri="{FF2B5EF4-FFF2-40B4-BE49-F238E27FC236}">
                <a16:creationId xmlns:a16="http://schemas.microsoft.com/office/drawing/2014/main" id="{6EF587A0-AEFA-4A9A-90ED-50DD783CD5DC}"/>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5 · PREPARE YOUR REVIEW</a:t>
            </a:r>
          </a:p>
        </p:txBody>
      </p:sp>
      <p:sp>
        <p:nvSpPr>
          <p:cNvPr id="2" name="text-23-2">
            <a:extLst xmlns:a="http://schemas.openxmlformats.org/drawingml/2006/main">
              <a:ext uri="{FF2B5EF4-FFF2-40B4-BE49-F238E27FC236}">
                <a16:creationId xmlns:a16="http://schemas.microsoft.com/office/drawing/2014/main" id="{EBAD3C4D-B14B-4710-B323-ED25B143EA58}"/>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Policy compatibility is an execution contract</a:t>
            </a:r>
          </a:p>
        </p:txBody>
      </p:sp>
      <p:sp>
        <p:nvSpPr>
          <p:cNvPr id="3" name="text-23-3">
            <a:extLst xmlns:a="http://schemas.openxmlformats.org/drawingml/2006/main">
              <a:ext uri="{FF2B5EF4-FFF2-40B4-BE49-F238E27FC236}">
                <a16:creationId xmlns:a16="http://schemas.microsoft.com/office/drawing/2014/main" id="{DCB291D6-8A48-416E-979D-D1132D9DB5A1}"/>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A small declaration is appropriate only when it describes the policy truthfully.</a:t>
            </a:r>
          </a:p>
        </p:txBody>
      </p:sp>
      <p:sp>
        <p:nvSpPr>
          <p:cNvPr id="4" name="text-23-4">
            <a:extLst xmlns:a="http://schemas.openxmlformats.org/drawingml/2006/main">
              <a:ext uri="{FF2B5EF4-FFF2-40B4-BE49-F238E27FC236}">
                <a16:creationId xmlns:a16="http://schemas.microsoft.com/office/drawing/2014/main" id="{2B6C4D60-2040-47E6-AAD3-62EE51B81584}"/>
              </a:ext>
            </a:extLst>
          </p:cNvPr>
          <p:cNvSpPr>
            <a:spLocks xmlns:a="http://schemas.openxmlformats.org/drawingml/2006/main" noGrp="1"/>
          </p:cNvSpPr>
          <p:nvPr/>
        </p:nvSpPr>
        <p:spPr>
          <a:xfrm xmlns:a="http://schemas.openxmlformats.org/drawingml/2006/main">
            <a:off x="609600" y="22669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ACT</a:t>
            </a:r>
          </a:p>
        </p:txBody>
      </p:sp>
      <p:sp>
        <p:nvSpPr>
          <p:cNvPr id="5" name="text-23-5">
            <a:extLst xmlns:a="http://schemas.openxmlformats.org/drawingml/2006/main">
              <a:ext uri="{FF2B5EF4-FFF2-40B4-BE49-F238E27FC236}">
                <a16:creationId xmlns:a16="http://schemas.microsoft.com/office/drawing/2014/main" id="{410B4DB0-6939-48B1-8897-734D660398D9}"/>
              </a:ext>
            </a:extLst>
          </p:cNvPr>
          <p:cNvSpPr>
            <a:spLocks xmlns:a="http://schemas.openxmlformats.org/drawingml/2006/main" noGrp="1"/>
          </p:cNvSpPr>
          <p:nvPr/>
        </p:nvSpPr>
        <p:spPr>
          <a:xfrm xmlns:a="http://schemas.openxmlformats.org/drawingml/2006/main">
            <a:off x="3981450" y="22669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Default direct-chunk contract; temporal ensembling must be disabled.</a:t>
            </a:r>
          </a:p>
        </p:txBody>
      </p:sp>
      <p:sp>
        <p:nvSpPr>
          <p:cNvPr id="6" name="rect-23-6">
            <a:extLst xmlns:a="http://schemas.openxmlformats.org/drawingml/2006/main">
              <a:ext uri="{FF2B5EF4-FFF2-40B4-BE49-F238E27FC236}">
                <a16:creationId xmlns:a16="http://schemas.microsoft.com/office/drawing/2014/main" id="{2303806E-D312-4B79-A5E0-6DEA86004349}"/>
              </a:ext>
            </a:extLst>
          </p:cNvPr>
          <p:cNvSpPr>
            <a:spLocks xmlns:a="http://schemas.openxmlformats.org/drawingml/2006/main" noGrp="1"/>
          </p:cNvSpPr>
          <p:nvPr/>
        </p:nvSpPr>
        <p:spPr>
          <a:xfrm xmlns:a="http://schemas.openxmlformats.org/drawingml/2006/main">
            <a:off x="609600" y="29146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7" name="text-23-7">
            <a:extLst xmlns:a="http://schemas.openxmlformats.org/drawingml/2006/main">
              <a:ext uri="{FF2B5EF4-FFF2-40B4-BE49-F238E27FC236}">
                <a16:creationId xmlns:a16="http://schemas.microsoft.com/office/drawing/2014/main" id="{F8054BA6-582E-4166-821D-0004E85EB101}"/>
              </a:ext>
            </a:extLst>
          </p:cNvPr>
          <p:cNvSpPr>
            <a:spLocks xmlns:a="http://schemas.openxmlformats.org/drawingml/2006/main" noGrp="1"/>
          </p:cNvSpPr>
          <p:nvPr/>
        </p:nvSpPr>
        <p:spPr>
          <a:xfrm xmlns:a="http://schemas.openxmlformats.org/drawingml/2006/main">
            <a:off x="609600" y="30480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SmolVLA / XVLA</a:t>
            </a:r>
          </a:p>
        </p:txBody>
      </p:sp>
      <p:sp>
        <p:nvSpPr>
          <p:cNvPr id="8" name="text-23-8">
            <a:extLst xmlns:a="http://schemas.openxmlformats.org/drawingml/2006/main">
              <a:ext uri="{FF2B5EF4-FFF2-40B4-BE49-F238E27FC236}">
                <a16:creationId xmlns:a16="http://schemas.microsoft.com/office/drawing/2014/main" id="{9877249C-E79E-4B32-972B-667D04C8845B}"/>
              </a:ext>
            </a:extLst>
          </p:cNvPr>
          <p:cNvSpPr>
            <a:spLocks xmlns:a="http://schemas.openxmlformats.org/drawingml/2006/main" noGrp="1"/>
          </p:cNvSpPr>
          <p:nvPr/>
        </p:nvSpPr>
        <p:spPr>
          <a:xfrm xmlns:a="http://schemas.openxmlformats.org/drawingml/2006/main">
            <a:off x="3981450" y="30480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Targeted input validation preserves existing resize, masks and state</a:t>
            </a:r>
          </a:p>
        </p:txBody>
      </p:sp>
      <p:sp>
        <p:nvSpPr>
          <p:cNvPr id="9" name="text-23-9">
            <a:extLst xmlns:a="http://schemas.openxmlformats.org/drawingml/2006/main">
              <a:ext uri="{FF2B5EF4-FFF2-40B4-BE49-F238E27FC236}">
                <a16:creationId xmlns:a16="http://schemas.microsoft.com/office/drawing/2014/main" id="{93651848-65AC-42E0-8DF6-648D71F35299}"/>
              </a:ext>
            </a:extLst>
          </p:cNvPr>
          <p:cNvSpPr>
            <a:spLocks xmlns:a="http://schemas.openxmlformats.org/drawingml/2006/main" noGrp="1"/>
          </p:cNvSpPr>
          <p:nvPr/>
        </p:nvSpPr>
        <p:spPr>
          <a:xfrm xmlns:a="http://schemas.openxmlformats.org/drawingml/2006/main">
            <a:off x="3981450" y="334803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preparation.</a:t>
            </a:r>
          </a:p>
        </p:txBody>
      </p:sp>
      <p:sp>
        <p:nvSpPr>
          <p:cNvPr id="10" name="rect-23-10">
            <a:extLst xmlns:a="http://schemas.openxmlformats.org/drawingml/2006/main">
              <a:ext uri="{FF2B5EF4-FFF2-40B4-BE49-F238E27FC236}">
                <a16:creationId xmlns:a16="http://schemas.microsoft.com/office/drawing/2014/main" id="{1F8C8C22-1B7F-455C-B98E-DFC5613C699F}"/>
              </a:ext>
            </a:extLst>
          </p:cNvPr>
          <p:cNvSpPr>
            <a:spLocks xmlns:a="http://schemas.openxmlformats.org/drawingml/2006/main" noGrp="1"/>
          </p:cNvSpPr>
          <p:nvPr/>
        </p:nvSpPr>
        <p:spPr>
          <a:xfrm xmlns:a="http://schemas.openxmlformats.org/drawingml/2006/main">
            <a:off x="609600" y="369570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1" name="text-23-11">
            <a:extLst xmlns:a="http://schemas.openxmlformats.org/drawingml/2006/main">
              <a:ext uri="{FF2B5EF4-FFF2-40B4-BE49-F238E27FC236}">
                <a16:creationId xmlns:a16="http://schemas.microsoft.com/office/drawing/2014/main" id="{14C13732-4DE6-41F4-B142-A212C5B36841}"/>
              </a:ext>
            </a:extLst>
          </p:cNvPr>
          <p:cNvSpPr>
            <a:spLocks xmlns:a="http://schemas.openxmlformats.org/drawingml/2006/main" noGrp="1"/>
          </p:cNvSpPr>
          <p:nvPr/>
        </p:nvSpPr>
        <p:spPr>
          <a:xfrm xmlns:a="http://schemas.openxmlformats.org/drawingml/2006/main">
            <a:off x="609600" y="38290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LaWAM</a:t>
            </a:r>
          </a:p>
        </p:txBody>
      </p:sp>
      <p:sp>
        <p:nvSpPr>
          <p:cNvPr id="12" name="text-23-12">
            <a:extLst xmlns:a="http://schemas.openxmlformats.org/drawingml/2006/main">
              <a:ext uri="{FF2B5EF4-FFF2-40B4-BE49-F238E27FC236}">
                <a16:creationId xmlns:a16="http://schemas.microsoft.com/office/drawing/2014/main" id="{BAE4FF27-9F80-4D9E-A3FC-C867799C53BA}"/>
              </a:ext>
            </a:extLst>
          </p:cNvPr>
          <p:cNvSpPr>
            <a:spLocks xmlns:a="http://schemas.openxmlformats.org/drawingml/2006/main" noGrp="1"/>
          </p:cNvSpPr>
          <p:nvPr/>
        </p:nvSpPr>
        <p:spPr>
          <a:xfrm xmlns:a="http://schemas.openxmlformats.org/drawingml/2006/main">
            <a:off x="3981450" y="38290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Declares its returned action horizon and current-only inference</a:t>
            </a:r>
          </a:p>
        </p:txBody>
      </p:sp>
      <p:sp>
        <p:nvSpPr>
          <p:cNvPr id="13" name="text-23-13">
            <a:extLst xmlns:a="http://schemas.openxmlformats.org/drawingml/2006/main">
              <a:ext uri="{FF2B5EF4-FFF2-40B4-BE49-F238E27FC236}">
                <a16:creationId xmlns:a16="http://schemas.microsoft.com/office/drawing/2014/main" id="{302EFCB4-2C18-487E-8E59-9144AC375685}"/>
              </a:ext>
            </a:extLst>
          </p:cNvPr>
          <p:cNvSpPr>
            <a:spLocks xmlns:a="http://schemas.openxmlformats.org/drawingml/2006/main" noGrp="1"/>
          </p:cNvSpPr>
          <p:nvPr/>
        </p:nvSpPr>
        <p:spPr>
          <a:xfrm xmlns:a="http://schemas.openxmlformats.org/drawingml/2006/main">
            <a:off x="3981450" y="412908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preparation.</a:t>
            </a:r>
          </a:p>
        </p:txBody>
      </p:sp>
      <p:sp>
        <p:nvSpPr>
          <p:cNvPr id="14" name="rect-23-14">
            <a:extLst xmlns:a="http://schemas.openxmlformats.org/drawingml/2006/main">
              <a:ext uri="{FF2B5EF4-FFF2-40B4-BE49-F238E27FC236}">
                <a16:creationId xmlns:a16="http://schemas.microsoft.com/office/drawing/2014/main" id="{184063F1-21D5-4894-87A1-56B38D6F7F5E}"/>
              </a:ext>
            </a:extLst>
          </p:cNvPr>
          <p:cNvSpPr>
            <a:spLocks xmlns:a="http://schemas.openxmlformats.org/drawingml/2006/main" noGrp="1"/>
          </p:cNvSpPr>
          <p:nvPr/>
        </p:nvSpPr>
        <p:spPr>
          <a:xfrm xmlns:a="http://schemas.openxmlformats.org/drawingml/2006/main">
            <a:off x="609600" y="44767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5" name="text-23-15">
            <a:extLst xmlns:a="http://schemas.openxmlformats.org/drawingml/2006/main">
              <a:ext uri="{FF2B5EF4-FFF2-40B4-BE49-F238E27FC236}">
                <a16:creationId xmlns:a16="http://schemas.microsoft.com/office/drawing/2014/main" id="{67ED4DB7-4A4C-41BC-A0E9-0FDAAD8F9B49}"/>
              </a:ext>
            </a:extLst>
          </p:cNvPr>
          <p:cNvSpPr>
            <a:spLocks xmlns:a="http://schemas.openxmlformats.org/drawingml/2006/main" noGrp="1"/>
          </p:cNvSpPr>
          <p:nvPr/>
        </p:nvSpPr>
        <p:spPr>
          <a:xfrm xmlns:a="http://schemas.openxmlformats.org/drawingml/2006/main">
            <a:off x="609600" y="46101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History-dependent policies</a:t>
            </a:r>
          </a:p>
        </p:txBody>
      </p:sp>
      <p:sp>
        <p:nvSpPr>
          <p:cNvPr id="16" name="text-23-16">
            <a:extLst xmlns:a="http://schemas.openxmlformats.org/drawingml/2006/main">
              <a:ext uri="{FF2B5EF4-FFF2-40B4-BE49-F238E27FC236}">
                <a16:creationId xmlns:a16="http://schemas.microsoft.com/office/drawing/2014/main" id="{84889625-5D83-4FDC-89F3-D905A8C99D19}"/>
              </a:ext>
            </a:extLst>
          </p:cNvPr>
          <p:cNvSpPr>
            <a:spLocks xmlns:a="http://schemas.openxmlformats.org/drawingml/2006/main" noGrp="1"/>
          </p:cNvSpPr>
          <p:nvPr/>
        </p:nvSpPr>
        <p:spPr>
          <a:xfrm xmlns:a="http://schemas.openxmlformats.org/drawingml/2006/main">
            <a:off x="3981450" y="46101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Need real observation / executed-action semantics; bypassing guards</a:t>
            </a:r>
          </a:p>
        </p:txBody>
      </p:sp>
      <p:sp>
        <p:nvSpPr>
          <p:cNvPr id="17" name="text-23-17">
            <a:extLst xmlns:a="http://schemas.openxmlformats.org/drawingml/2006/main">
              <a:ext uri="{FF2B5EF4-FFF2-40B4-BE49-F238E27FC236}">
                <a16:creationId xmlns:a16="http://schemas.microsoft.com/office/drawing/2014/main" id="{4F318D63-74D1-412F-A23F-0B45700402DB}"/>
              </a:ext>
            </a:extLst>
          </p:cNvPr>
          <p:cNvSpPr>
            <a:spLocks xmlns:a="http://schemas.openxmlformats.org/drawingml/2006/main" noGrp="1"/>
          </p:cNvSpPr>
          <p:nvPr/>
        </p:nvSpPr>
        <p:spPr>
          <a:xfrm xmlns:a="http://schemas.openxmlformats.org/drawingml/2006/main">
            <a:off x="3981450" y="491013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is insufficient.</a:t>
            </a:r>
          </a:p>
        </p:txBody>
      </p:sp>
      <p:sp>
        <p:nvSpPr>
          <p:cNvPr id="18" name="rect-23-18">
            <a:extLst xmlns:a="http://schemas.openxmlformats.org/drawingml/2006/main">
              <a:ext uri="{FF2B5EF4-FFF2-40B4-BE49-F238E27FC236}">
                <a16:creationId xmlns:a16="http://schemas.microsoft.com/office/drawing/2014/main" id="{78A35D59-25D9-4EA9-A768-86AFADEADB9A}"/>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19" name="text-23-19">
            <a:extLst xmlns:a="http://schemas.openxmlformats.org/drawingml/2006/main">
              <a:ext uri="{FF2B5EF4-FFF2-40B4-BE49-F238E27FC236}">
                <a16:creationId xmlns:a16="http://schemas.microsoft.com/office/drawing/2014/main" id="{9719C591-910A-407E-A286-102F9F7C5DD2}"/>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The policy audit separates source-compatible candidates from physically exercised checkpoints.</a:t>
            </a:r>
          </a:p>
        </p:txBody>
      </p:sp>
      <p:sp>
        <p:nvSpPr>
          <p:cNvPr id="20" name="text-23-20">
            <a:extLst xmlns:a="http://schemas.openxmlformats.org/drawingml/2006/main">
              <a:ext uri="{FF2B5EF4-FFF2-40B4-BE49-F238E27FC236}">
                <a16:creationId xmlns:a16="http://schemas.microsoft.com/office/drawing/2014/main" id="{0C152C54-74CD-4F88-9D87-77C6E5812055}"/>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23</a:t>
            </a:r>
          </a:p>
        </p:txBody>
      </p:sp>
    </p:spTree>
    <p:extLst>
      <p:ext uri="{BB962C8B-B14F-4D97-AF65-F5344CB8AC3E}">
        <p14:creationId xmlns:p14="http://schemas.microsoft.com/office/powerpoint/2010/main" val="1246277073"/>
      </p:ext>
    </p:extLst>
  </p:cSld>
</p:sld>
</file>

<file path=ppt/slides/slide2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9" name="text-24-1">
            <a:extLst xmlns:a="http://schemas.openxmlformats.org/drawingml/2006/main">
              <a:ext uri="{FF2B5EF4-FFF2-40B4-BE49-F238E27FC236}">
                <a16:creationId xmlns:a16="http://schemas.microsoft.com/office/drawing/2014/main" id="{6D3ECB81-80A0-48E3-9D64-3FD221B426E2}"/>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5 · PREPARE YOUR REVIEW</a:t>
            </a:r>
          </a:p>
        </p:txBody>
      </p:sp>
      <p:sp>
        <p:nvSpPr>
          <p:cNvPr id="2" name="text-24-2">
            <a:extLst xmlns:a="http://schemas.openxmlformats.org/drawingml/2006/main">
              <a:ext uri="{FF2B5EF4-FFF2-40B4-BE49-F238E27FC236}">
                <a16:creationId xmlns:a16="http://schemas.microsoft.com/office/drawing/2014/main" id="{09CDB730-BE69-41BB-A0F9-0C5464E3DD18}"/>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Read logs as a causal chain</a:t>
            </a:r>
          </a:p>
        </p:txBody>
      </p:sp>
      <p:sp>
        <p:nvSpPr>
          <p:cNvPr id="3" name="text-24-3">
            <a:extLst xmlns:a="http://schemas.openxmlformats.org/drawingml/2006/main">
              <a:ext uri="{FF2B5EF4-FFF2-40B4-BE49-F238E27FC236}">
                <a16:creationId xmlns:a16="http://schemas.microsoft.com/office/drawing/2014/main" id="{E8E930F1-7A8F-419B-9E51-061DD9F36B57}"/>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Match request identity and control ticks before attributing a visible bump.</a:t>
            </a:r>
          </a:p>
        </p:txBody>
      </p:sp>
      <p:sp>
        <p:nvSpPr>
          <p:cNvPr id="4" name="rect-24-4">
            <a:extLst xmlns:a="http://schemas.openxmlformats.org/drawingml/2006/main">
              <a:ext uri="{FF2B5EF4-FFF2-40B4-BE49-F238E27FC236}">
                <a16:creationId xmlns:a16="http://schemas.microsoft.com/office/drawing/2014/main" id="{3969F626-D35C-4CC0-B658-AED9715112F7}"/>
              </a:ext>
            </a:extLst>
          </p:cNvPr>
          <p:cNvSpPr>
            <a:spLocks xmlns:a="http://schemas.openxmlformats.org/drawingml/2006/main" noGrp="1"/>
          </p:cNvSpPr>
          <p:nvPr/>
        </p:nvSpPr>
        <p:spPr>
          <a:xfrm xmlns:a="http://schemas.openxmlformats.org/drawingml/2006/main">
            <a:off x="609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5" name="text-24-5">
            <a:extLst xmlns:a="http://schemas.openxmlformats.org/drawingml/2006/main">
              <a:ext uri="{FF2B5EF4-FFF2-40B4-BE49-F238E27FC236}">
                <a16:creationId xmlns:a16="http://schemas.microsoft.com/office/drawing/2014/main" id="{69E61244-2537-4D0D-B843-6E7D41B0F51D}"/>
              </a:ext>
            </a:extLst>
          </p:cNvPr>
          <p:cNvSpPr>
            <a:spLocks xmlns:a="http://schemas.openxmlformats.org/drawingml/2006/main" noGrp="1"/>
          </p:cNvSpPr>
          <p:nvPr/>
        </p:nvSpPr>
        <p:spPr>
          <a:xfrm xmlns:a="http://schemas.openxmlformats.org/drawingml/2006/main">
            <a:off x="771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request</a:t>
            </a:r>
          </a:p>
        </p:txBody>
      </p:sp>
      <p:sp>
        <p:nvSpPr>
          <p:cNvPr id="6" name="text-24-6">
            <a:extLst xmlns:a="http://schemas.openxmlformats.org/drawingml/2006/main">
              <a:ext uri="{FF2B5EF4-FFF2-40B4-BE49-F238E27FC236}">
                <a16:creationId xmlns:a16="http://schemas.microsoft.com/office/drawing/2014/main" id="{36BDB5E8-9995-466C-9C21-A7CAC498E8EE}"/>
              </a:ext>
            </a:extLst>
          </p:cNvPr>
          <p:cNvSpPr>
            <a:spLocks xmlns:a="http://schemas.openxmlformats.org/drawingml/2006/main" noGrp="1"/>
          </p:cNvSpPr>
          <p:nvPr/>
        </p:nvSpPr>
        <p:spPr>
          <a:xfrm xmlns:a="http://schemas.openxmlformats.org/drawingml/2006/main">
            <a:off x="771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playback at</a:t>
            </a:r>
          </a:p>
        </p:txBody>
      </p:sp>
      <p:sp>
        <p:nvSpPr>
          <p:cNvPr id="7" name="text-24-7">
            <a:extLst xmlns:a="http://schemas.openxmlformats.org/drawingml/2006/main">
              <a:ext uri="{FF2B5EF4-FFF2-40B4-BE49-F238E27FC236}">
                <a16:creationId xmlns:a16="http://schemas.microsoft.com/office/drawing/2014/main" id="{164882DA-30DE-447C-8885-269C265FC037}"/>
              </a:ext>
            </a:extLst>
          </p:cNvPr>
          <p:cNvSpPr>
            <a:spLocks xmlns:a="http://schemas.openxmlformats.org/drawingml/2006/main" noGrp="1"/>
          </p:cNvSpPr>
          <p:nvPr/>
        </p:nvSpPr>
        <p:spPr>
          <a:xfrm xmlns:a="http://schemas.openxmlformats.org/drawingml/2006/main">
            <a:off x="771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submission</a:t>
            </a:r>
          </a:p>
        </p:txBody>
      </p:sp>
      <p:sp>
        <p:nvSpPr>
          <p:cNvPr id="8" name="text-24-8">
            <a:extLst xmlns:a="http://schemas.openxmlformats.org/drawingml/2006/main">
              <a:ext uri="{FF2B5EF4-FFF2-40B4-BE49-F238E27FC236}">
                <a16:creationId xmlns:a16="http://schemas.microsoft.com/office/drawing/2014/main" id="{2A40D905-D099-424E-83BF-E9A55E7E6B3A}"/>
              </a:ext>
            </a:extLst>
          </p:cNvPr>
          <p:cNvSpPr>
            <a:spLocks xmlns:a="http://schemas.openxmlformats.org/drawingml/2006/main" noGrp="1"/>
          </p:cNvSpPr>
          <p:nvPr/>
        </p:nvSpPr>
        <p:spPr>
          <a:xfrm xmlns:a="http://schemas.openxmlformats.org/drawingml/2006/main">
            <a:off x="7715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capture age + spacing</a:t>
            </a:r>
          </a:p>
        </p:txBody>
      </p:sp>
      <p:sp>
        <p:nvSpPr>
          <p:cNvPr id="9" name="text-24-9">
            <a:extLst xmlns:a="http://schemas.openxmlformats.org/drawingml/2006/main">
              <a:ext uri="{FF2B5EF4-FFF2-40B4-BE49-F238E27FC236}">
                <a16:creationId xmlns:a16="http://schemas.microsoft.com/office/drawing/2014/main" id="{01DCC1DE-04D4-48E9-BAEA-811C2F3629BD}"/>
              </a:ext>
            </a:extLst>
          </p:cNvPr>
          <p:cNvSpPr>
            <a:spLocks xmlns:a="http://schemas.openxmlformats.org/drawingml/2006/main" noGrp="1"/>
          </p:cNvSpPr>
          <p:nvPr/>
        </p:nvSpPr>
        <p:spPr>
          <a:xfrm xmlns:a="http://schemas.openxmlformats.org/drawingml/2006/main">
            <a:off x="3095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0" name="rect-24-10">
            <a:extLst xmlns:a="http://schemas.openxmlformats.org/drawingml/2006/main">
              <a:ext uri="{FF2B5EF4-FFF2-40B4-BE49-F238E27FC236}">
                <a16:creationId xmlns:a16="http://schemas.microsoft.com/office/drawing/2014/main" id="{382BF3BE-CB9C-4F85-BB90-79EFB3C56CC9}"/>
              </a:ext>
            </a:extLst>
          </p:cNvPr>
          <p:cNvSpPr>
            <a:spLocks xmlns:a="http://schemas.openxmlformats.org/drawingml/2006/main" noGrp="1"/>
          </p:cNvSpPr>
          <p:nvPr/>
        </p:nvSpPr>
        <p:spPr>
          <a:xfrm xmlns:a="http://schemas.openxmlformats.org/drawingml/2006/main">
            <a:off x="3467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1" name="text-24-11">
            <a:extLst xmlns:a="http://schemas.openxmlformats.org/drawingml/2006/main">
              <a:ext uri="{FF2B5EF4-FFF2-40B4-BE49-F238E27FC236}">
                <a16:creationId xmlns:a16="http://schemas.microsoft.com/office/drawing/2014/main" id="{8EB768B9-F645-4727-8302-E70CA1C15721}"/>
              </a:ext>
            </a:extLst>
          </p:cNvPr>
          <p:cNvSpPr>
            <a:spLocks xmlns:a="http://schemas.openxmlformats.org/drawingml/2006/main" noGrp="1"/>
          </p:cNvSpPr>
          <p:nvPr/>
        </p:nvSpPr>
        <p:spPr>
          <a:xfrm xmlns:a="http://schemas.openxmlformats.org/drawingml/2006/main">
            <a:off x="3629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result</a:t>
            </a:r>
          </a:p>
        </p:txBody>
      </p:sp>
      <p:sp>
        <p:nvSpPr>
          <p:cNvPr id="12" name="text-24-12">
            <a:extLst xmlns:a="http://schemas.openxmlformats.org/drawingml/2006/main">
              <a:ext uri="{FF2B5EF4-FFF2-40B4-BE49-F238E27FC236}">
                <a16:creationId xmlns:a16="http://schemas.microsoft.com/office/drawing/2014/main" id="{784F0BE5-043E-45C6-B114-2AA6759D2C57}"/>
              </a:ext>
            </a:extLst>
          </p:cNvPr>
          <p:cNvSpPr>
            <a:spLocks xmlns:a="http://schemas.openxmlformats.org/drawingml/2006/main" noGrp="1"/>
          </p:cNvSpPr>
          <p:nvPr/>
        </p:nvSpPr>
        <p:spPr>
          <a:xfrm xmlns:a="http://schemas.openxmlformats.org/drawingml/2006/main">
            <a:off x="3629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turnaround + worker</a:t>
            </a:r>
          </a:p>
        </p:txBody>
      </p:sp>
      <p:sp>
        <p:nvSpPr>
          <p:cNvPr id="13" name="text-24-13">
            <a:extLst xmlns:a="http://schemas.openxmlformats.org/drawingml/2006/main">
              <a:ext uri="{FF2B5EF4-FFF2-40B4-BE49-F238E27FC236}">
                <a16:creationId xmlns:a16="http://schemas.microsoft.com/office/drawing/2014/main" id="{CA38BB8E-4C01-472E-BB6D-73D2A34D71F4}"/>
              </a:ext>
            </a:extLst>
          </p:cNvPr>
          <p:cNvSpPr>
            <a:spLocks xmlns:a="http://schemas.openxmlformats.org/drawingml/2006/main" noGrp="1"/>
          </p:cNvSpPr>
          <p:nvPr/>
        </p:nvSpPr>
        <p:spPr>
          <a:xfrm xmlns:a="http://schemas.openxmlformats.org/drawingml/2006/main">
            <a:off x="3629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time</a:t>
            </a:r>
          </a:p>
        </p:txBody>
      </p:sp>
      <p:sp>
        <p:nvSpPr>
          <p:cNvPr id="14" name="text-24-14">
            <a:extLst xmlns:a="http://schemas.openxmlformats.org/drawingml/2006/main">
              <a:ext uri="{FF2B5EF4-FFF2-40B4-BE49-F238E27FC236}">
                <a16:creationId xmlns:a16="http://schemas.microsoft.com/office/drawing/2014/main" id="{016AFBDF-47C3-41F1-A165-94F2482C8C99}"/>
              </a:ext>
            </a:extLst>
          </p:cNvPr>
          <p:cNvSpPr>
            <a:spLocks xmlns:a="http://schemas.openxmlformats.org/drawingml/2006/main" noGrp="1"/>
          </p:cNvSpPr>
          <p:nvPr/>
        </p:nvSpPr>
        <p:spPr>
          <a:xfrm xmlns:a="http://schemas.openxmlformats.org/drawingml/2006/main">
            <a:off x="3629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trim / overlap / blend</a:t>
            </a:r>
          </a:p>
        </p:txBody>
      </p:sp>
      <p:sp>
        <p:nvSpPr>
          <p:cNvPr id="15" name="text-24-15">
            <a:extLst xmlns:a="http://schemas.openxmlformats.org/drawingml/2006/main">
              <a:ext uri="{FF2B5EF4-FFF2-40B4-BE49-F238E27FC236}">
                <a16:creationId xmlns:a16="http://schemas.microsoft.com/office/drawing/2014/main" id="{1FF2F068-9A78-4CC5-A77E-B040069F7F93}"/>
              </a:ext>
            </a:extLst>
          </p:cNvPr>
          <p:cNvSpPr>
            <a:spLocks xmlns:a="http://schemas.openxmlformats.org/drawingml/2006/main" noGrp="1"/>
          </p:cNvSpPr>
          <p:nvPr/>
        </p:nvSpPr>
        <p:spPr>
          <a:xfrm xmlns:a="http://schemas.openxmlformats.org/drawingml/2006/main">
            <a:off x="59531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16" name="rect-24-16">
            <a:extLst xmlns:a="http://schemas.openxmlformats.org/drawingml/2006/main">
              <a:ext uri="{FF2B5EF4-FFF2-40B4-BE49-F238E27FC236}">
                <a16:creationId xmlns:a16="http://schemas.microsoft.com/office/drawing/2014/main" id="{F170608E-019F-4C8F-9CC7-0B65F2040407}"/>
              </a:ext>
            </a:extLst>
          </p:cNvPr>
          <p:cNvSpPr>
            <a:spLocks xmlns:a="http://schemas.openxmlformats.org/drawingml/2006/main" noGrp="1"/>
          </p:cNvSpPr>
          <p:nvPr/>
        </p:nvSpPr>
        <p:spPr>
          <a:xfrm xmlns:a="http://schemas.openxmlformats.org/drawingml/2006/main">
            <a:off x="63246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17" name="text-24-17">
            <a:extLst xmlns:a="http://schemas.openxmlformats.org/drawingml/2006/main">
              <a:ext uri="{FF2B5EF4-FFF2-40B4-BE49-F238E27FC236}">
                <a16:creationId xmlns:a16="http://schemas.microsoft.com/office/drawing/2014/main" id="{C5BF5300-55BD-4A39-ABD9-D3FA76D3BDBE}"/>
              </a:ext>
            </a:extLst>
          </p:cNvPr>
          <p:cNvSpPr>
            <a:spLocks xmlns:a="http://schemas.openxmlformats.org/drawingml/2006/main" noGrp="1"/>
          </p:cNvSpPr>
          <p:nvPr/>
        </p:nvSpPr>
        <p:spPr>
          <a:xfrm xmlns:a="http://schemas.openxmlformats.org/drawingml/2006/main">
            <a:off x="64865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first_dispatch</a:t>
            </a:r>
          </a:p>
        </p:txBody>
      </p:sp>
      <p:sp>
        <p:nvSpPr>
          <p:cNvPr id="18" name="text-24-18">
            <a:extLst xmlns:a="http://schemas.openxmlformats.org/drawingml/2006/main">
              <a:ext uri="{FF2B5EF4-FFF2-40B4-BE49-F238E27FC236}">
                <a16:creationId xmlns:a16="http://schemas.microsoft.com/office/drawing/2014/main" id="{3EE1B2B1-9E7D-4C17-95BC-5F64A222523D}"/>
              </a:ext>
            </a:extLst>
          </p:cNvPr>
          <p:cNvSpPr>
            <a:spLocks xmlns:a="http://schemas.openxmlformats.org/drawingml/2006/main" noGrp="1"/>
          </p:cNvSpPr>
          <p:nvPr/>
        </p:nvSpPr>
        <p:spPr>
          <a:xfrm xmlns:a="http://schemas.openxmlformats.org/drawingml/2006/main">
            <a:off x="64865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source age</a:t>
            </a:r>
          </a:p>
        </p:txBody>
      </p:sp>
      <p:sp>
        <p:nvSpPr>
          <p:cNvPr id="19" name="text-24-19">
            <a:extLst xmlns:a="http://schemas.openxmlformats.org/drawingml/2006/main">
              <a:ext uri="{FF2B5EF4-FFF2-40B4-BE49-F238E27FC236}">
                <a16:creationId xmlns:a16="http://schemas.microsoft.com/office/drawing/2014/main" id="{8861748F-9A19-4FD6-B3D4-11F410132712}"/>
              </a:ext>
            </a:extLst>
          </p:cNvPr>
          <p:cNvSpPr>
            <a:spLocks xmlns:a="http://schemas.openxmlformats.org/drawingml/2006/main" noGrp="1"/>
          </p:cNvSpPr>
          <p:nvPr/>
        </p:nvSpPr>
        <p:spPr>
          <a:xfrm xmlns:a="http://schemas.openxmlformats.org/drawingml/2006/main">
            <a:off x="64865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transition delta</a:t>
            </a:r>
          </a:p>
        </p:txBody>
      </p:sp>
      <p:sp>
        <p:nvSpPr>
          <p:cNvPr id="20" name="text-24-20">
            <a:extLst xmlns:a="http://schemas.openxmlformats.org/drawingml/2006/main">
              <a:ext uri="{FF2B5EF4-FFF2-40B4-BE49-F238E27FC236}">
                <a16:creationId xmlns:a16="http://schemas.microsoft.com/office/drawing/2014/main" id="{1E6F7A53-0CE3-493B-A0C4-DB93CA1978AA}"/>
              </a:ext>
            </a:extLst>
          </p:cNvPr>
          <p:cNvSpPr>
            <a:spLocks xmlns:a="http://schemas.openxmlformats.org/drawingml/2006/main" noGrp="1"/>
          </p:cNvSpPr>
          <p:nvPr/>
        </p:nvSpPr>
        <p:spPr>
          <a:xfrm xmlns:a="http://schemas.openxmlformats.org/drawingml/2006/main">
            <a:off x="8810625" y="3314700"/>
            <a:ext cx="29527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526777"/>
                </a:solidFill>
                <a:latin typeface="Arial"/>
                <a:ea typeface="Arial"/>
                <a:cs typeface="Arial"/>
              </a:defRPr>
            </a:pPr>
            <a:r>
              <a:rPr sz="2250" b="0">
                <a:solidFill>
                  <a:srgbClr val="526777"/>
                </a:solidFill>
                <a:latin typeface="Arial"/>
                <a:ea typeface="Arial"/>
                <a:cs typeface="Arial"/>
              </a:rPr>
              <a:t>→</a:t>
            </a:r>
          </a:p>
        </p:txBody>
      </p:sp>
      <p:sp>
        <p:nvSpPr>
          <p:cNvPr id="21" name="rect-24-21">
            <a:extLst xmlns:a="http://schemas.openxmlformats.org/drawingml/2006/main">
              <a:ext uri="{FF2B5EF4-FFF2-40B4-BE49-F238E27FC236}">
                <a16:creationId xmlns:a16="http://schemas.microsoft.com/office/drawing/2014/main" id="{051DA9C5-BA9B-4A78-8A5E-ACB1325E81CC}"/>
              </a:ext>
            </a:extLst>
          </p:cNvPr>
          <p:cNvSpPr>
            <a:spLocks xmlns:a="http://schemas.openxmlformats.org/drawingml/2006/main" noGrp="1"/>
          </p:cNvSpPr>
          <p:nvPr/>
        </p:nvSpPr>
        <p:spPr>
          <a:xfrm xmlns:a="http://schemas.openxmlformats.org/drawingml/2006/main">
            <a:off x="9182100" y="2447925"/>
            <a:ext cx="2400300" cy="2152650"/>
          </a:xfrm>
          <a:prstGeom xmlns:a="http://schemas.openxmlformats.org/drawingml/2006/main" prst="rect">
            <a:avLst/>
          </a:prstGeom>
          <a:solidFill xmlns:a="http://schemas.openxmlformats.org/drawingml/2006/main">
            <a:srgbClr val="E4ECEC"/>
          </a:solidFill>
          <a:ln xmlns:a="http://schemas.openxmlformats.org/drawingml/2006/main" w="0">
            <a:noFill/>
          </a:ln>
        </p:spPr>
      </p:sp>
      <p:sp>
        <p:nvSpPr>
          <p:cNvPr id="22" name="text-24-22">
            <a:extLst xmlns:a="http://schemas.openxmlformats.org/drawingml/2006/main">
              <a:ext uri="{FF2B5EF4-FFF2-40B4-BE49-F238E27FC236}">
                <a16:creationId xmlns:a16="http://schemas.microsoft.com/office/drawing/2014/main" id="{C19381EB-1945-45CC-A33F-D3CB8365BB1A}"/>
              </a:ext>
            </a:extLst>
          </p:cNvPr>
          <p:cNvSpPr>
            <a:spLocks xmlns:a="http://schemas.openxmlformats.org/drawingml/2006/main" noGrp="1"/>
          </p:cNvSpPr>
          <p:nvPr/>
        </p:nvSpPr>
        <p:spPr>
          <a:xfrm xmlns:a="http://schemas.openxmlformats.org/drawingml/2006/main">
            <a:off x="9344025" y="2647950"/>
            <a:ext cx="2076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dispatch</a:t>
            </a:r>
          </a:p>
        </p:txBody>
      </p:sp>
      <p:sp>
        <p:nvSpPr>
          <p:cNvPr id="23" name="text-24-23">
            <a:extLst xmlns:a="http://schemas.openxmlformats.org/drawingml/2006/main">
              <a:ext uri="{FF2B5EF4-FFF2-40B4-BE49-F238E27FC236}">
                <a16:creationId xmlns:a16="http://schemas.microsoft.com/office/drawing/2014/main" id="{7F3D3213-ED79-4E16-A1BA-7C85512C7F27}"/>
              </a:ext>
            </a:extLst>
          </p:cNvPr>
          <p:cNvSpPr>
            <a:spLocks xmlns:a="http://schemas.openxmlformats.org/drawingml/2006/main" noGrp="1"/>
          </p:cNvSpPr>
          <p:nvPr/>
        </p:nvSpPr>
        <p:spPr>
          <a:xfrm xmlns:a="http://schemas.openxmlformats.org/drawingml/2006/main">
            <a:off x="9344025" y="3419475"/>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canonical →</a:t>
            </a:r>
          </a:p>
        </p:txBody>
      </p:sp>
      <p:sp>
        <p:nvSpPr>
          <p:cNvPr id="24" name="text-24-24">
            <a:extLst xmlns:a="http://schemas.openxmlformats.org/drawingml/2006/main">
              <a:ext uri="{FF2B5EF4-FFF2-40B4-BE49-F238E27FC236}">
                <a16:creationId xmlns:a16="http://schemas.microsoft.com/office/drawing/2014/main" id="{5652DFC5-7844-49B3-9C69-55F2A9B1203F}"/>
              </a:ext>
            </a:extLst>
          </p:cNvPr>
          <p:cNvSpPr>
            <a:spLocks xmlns:a="http://schemas.openxmlformats.org/drawingml/2006/main" noGrp="1"/>
          </p:cNvSpPr>
          <p:nvPr/>
        </p:nvSpPr>
        <p:spPr>
          <a:xfrm xmlns:a="http://schemas.openxmlformats.org/drawingml/2006/main">
            <a:off x="9344025" y="3683508"/>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command</a:t>
            </a:r>
          </a:p>
        </p:txBody>
      </p:sp>
      <p:sp>
        <p:nvSpPr>
          <p:cNvPr id="25" name="text-24-25">
            <a:extLst xmlns:a="http://schemas.openxmlformats.org/drawingml/2006/main">
              <a:ext uri="{FF2B5EF4-FFF2-40B4-BE49-F238E27FC236}">
                <a16:creationId xmlns:a16="http://schemas.microsoft.com/office/drawing/2014/main" id="{AAF03FDC-9297-4BF3-99F3-361A6AE4F7F2}"/>
              </a:ext>
            </a:extLst>
          </p:cNvPr>
          <p:cNvSpPr>
            <a:spLocks xmlns:a="http://schemas.openxmlformats.org/drawingml/2006/main" noGrp="1"/>
          </p:cNvSpPr>
          <p:nvPr/>
        </p:nvSpPr>
        <p:spPr>
          <a:xfrm xmlns:a="http://schemas.openxmlformats.org/drawingml/2006/main">
            <a:off x="9344025" y="3947541"/>
            <a:ext cx="20764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72B3A"/>
                </a:solidFill>
                <a:latin typeface="Arial"/>
                <a:ea typeface="Arial"/>
                <a:cs typeface="Arial"/>
              </a:defRPr>
            </a:pPr>
            <a:r>
              <a:rPr sz="1650" b="0">
                <a:solidFill>
                  <a:srgbClr val="172B3A"/>
                </a:solidFill>
                <a:latin typeface="Arial"/>
                <a:ea typeface="Arial"/>
                <a:cs typeface="Arial"/>
              </a:rPr>
              <a:t>measured state</a:t>
            </a:r>
          </a:p>
        </p:txBody>
      </p:sp>
      <p:sp>
        <p:nvSpPr>
          <p:cNvPr id="26" name="rect-24-26">
            <a:extLst xmlns:a="http://schemas.openxmlformats.org/drawingml/2006/main">
              <a:ext uri="{FF2B5EF4-FFF2-40B4-BE49-F238E27FC236}">
                <a16:creationId xmlns:a16="http://schemas.microsoft.com/office/drawing/2014/main" id="{CA835781-7E82-4FCA-8DDD-9CD2C07A270B}"/>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7" name="text-24-27">
            <a:extLst xmlns:a="http://schemas.openxmlformats.org/drawingml/2006/main">
              <a:ext uri="{FF2B5EF4-FFF2-40B4-BE49-F238E27FC236}">
                <a16:creationId xmlns:a16="http://schemas.microsoft.com/office/drawing/2014/main" id="{F8D9A7EA-DA43-4CDB-B7CA-66B6DC677148}"/>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Server policy time is only one part of client turnaround.</a:t>
            </a:r>
          </a:p>
        </p:txBody>
      </p:sp>
      <p:sp>
        <p:nvSpPr>
          <p:cNvPr id="28" name="text-24-28">
            <a:extLst xmlns:a="http://schemas.openxmlformats.org/drawingml/2006/main">
              <a:ext uri="{FF2B5EF4-FFF2-40B4-BE49-F238E27FC236}">
                <a16:creationId xmlns:a16="http://schemas.microsoft.com/office/drawing/2014/main" id="{6711C9CF-2DE6-4F56-ACF1-84D50AB4D8BC}"/>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24</a:t>
            </a:r>
          </a:p>
        </p:txBody>
      </p:sp>
    </p:spTree>
    <p:extLst>
      <p:ext uri="{BB962C8B-B14F-4D97-AF65-F5344CB8AC3E}">
        <p14:creationId xmlns:p14="http://schemas.microsoft.com/office/powerpoint/2010/main" val="573759768"/>
      </p:ext>
    </p:extLst>
  </p:cSld>
</p:sld>
</file>

<file path=ppt/slides/slide2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26" name="text-25-1">
            <a:extLst xmlns:a="http://schemas.openxmlformats.org/drawingml/2006/main">
              <a:ext uri="{FF2B5EF4-FFF2-40B4-BE49-F238E27FC236}">
                <a16:creationId xmlns:a16="http://schemas.microsoft.com/office/drawing/2014/main" id="{1C209D16-BA5F-458B-B1B3-CD183D73329D}"/>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5 · PREPARE YOUR REVIEW</a:t>
            </a:r>
          </a:p>
        </p:txBody>
      </p:sp>
      <p:sp>
        <p:nvSpPr>
          <p:cNvPr id="2" name="text-25-2">
            <a:extLst xmlns:a="http://schemas.openxmlformats.org/drawingml/2006/main">
              <a:ext uri="{FF2B5EF4-FFF2-40B4-BE49-F238E27FC236}">
                <a16:creationId xmlns:a16="http://schemas.microsoft.com/office/drawing/2014/main" id="{37E77536-EFE0-400C-802A-28A00C653F9C}"/>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Tests encode the important counterexamples</a:t>
            </a:r>
          </a:p>
        </p:txBody>
      </p:sp>
      <p:sp>
        <p:nvSpPr>
          <p:cNvPr id="3" name="text-25-3">
            <a:extLst xmlns:a="http://schemas.openxmlformats.org/drawingml/2006/main">
              <a:ext uri="{FF2B5EF4-FFF2-40B4-BE49-F238E27FC236}">
                <a16:creationId xmlns:a16="http://schemas.microsoft.com/office/drawing/2014/main" id="{DA985026-E040-47C1-84BA-4CE59D2A052B}"/>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Read the test first when an ordering guarantee feels abstract.</a:t>
            </a:r>
          </a:p>
        </p:txBody>
      </p:sp>
      <p:sp>
        <p:nvSpPr>
          <p:cNvPr id="4" name="text-25-4">
            <a:extLst xmlns:a="http://schemas.openxmlformats.org/drawingml/2006/main">
              <a:ext uri="{FF2B5EF4-FFF2-40B4-BE49-F238E27FC236}">
                <a16:creationId xmlns:a16="http://schemas.microsoft.com/office/drawing/2014/main" id="{F8F888DA-B02B-4D80-BAA4-7F15F7F628AA}"/>
              </a:ext>
            </a:extLst>
          </p:cNvPr>
          <p:cNvSpPr>
            <a:spLocks xmlns:a="http://schemas.openxmlformats.org/drawingml/2006/main" noGrp="1"/>
          </p:cNvSpPr>
          <p:nvPr/>
        </p:nvSpPr>
        <p:spPr>
          <a:xfrm xmlns:a="http://schemas.openxmlformats.org/drawingml/2006/main">
            <a:off x="609600" y="22669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execution /</a:t>
            </a:r>
          </a:p>
        </p:txBody>
      </p:sp>
      <p:sp>
        <p:nvSpPr>
          <p:cNvPr id="5" name="text-25-5">
            <a:extLst xmlns:a="http://schemas.openxmlformats.org/drawingml/2006/main">
              <a:ext uri="{FF2B5EF4-FFF2-40B4-BE49-F238E27FC236}">
                <a16:creationId xmlns:a16="http://schemas.microsoft.com/office/drawing/2014/main" id="{F6C17833-8F66-45A6-893D-A581ECB2CF64}"/>
              </a:ext>
            </a:extLst>
          </p:cNvPr>
          <p:cNvSpPr>
            <a:spLocks xmlns:a="http://schemas.openxmlformats.org/drawingml/2006/main" noGrp="1"/>
          </p:cNvSpPr>
          <p:nvPr/>
        </p:nvSpPr>
        <p:spPr>
          <a:xfrm xmlns:a="http://schemas.openxmlformats.org/drawingml/2006/main">
            <a:off x="609600" y="2566988"/>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aligned_execution</a:t>
            </a:r>
          </a:p>
        </p:txBody>
      </p:sp>
      <p:sp>
        <p:nvSpPr>
          <p:cNvPr id="6" name="text-25-6">
            <a:extLst xmlns:a="http://schemas.openxmlformats.org/drawingml/2006/main">
              <a:ext uri="{FF2B5EF4-FFF2-40B4-BE49-F238E27FC236}">
                <a16:creationId xmlns:a16="http://schemas.microsoft.com/office/drawing/2014/main" id="{7309B88D-BE91-4D4D-A1F7-3FD77E82F684}"/>
              </a:ext>
            </a:extLst>
          </p:cNvPr>
          <p:cNvSpPr>
            <a:spLocks xmlns:a="http://schemas.openxmlformats.org/drawingml/2006/main" noGrp="1"/>
          </p:cNvSpPr>
          <p:nvPr/>
        </p:nvSpPr>
        <p:spPr>
          <a:xfrm xmlns:a="http://schemas.openxmlformats.org/drawingml/2006/main">
            <a:off x="3981450" y="22669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Capture before submission, committed trimming, timing gates, oldest</a:t>
            </a:r>
          </a:p>
        </p:txBody>
      </p:sp>
      <p:sp>
        <p:nvSpPr>
          <p:cNvPr id="7" name="text-25-7">
            <a:extLst xmlns:a="http://schemas.openxmlformats.org/drawingml/2006/main">
              <a:ext uri="{FF2B5EF4-FFF2-40B4-BE49-F238E27FC236}">
                <a16:creationId xmlns:a16="http://schemas.microsoft.com/office/drawing/2014/main" id="{64821EC5-C697-4CD7-B3F1-D6B0D1491013}"/>
              </a:ext>
            </a:extLst>
          </p:cNvPr>
          <p:cNvSpPr>
            <a:spLocks xmlns:a="http://schemas.openxmlformats.org/drawingml/2006/main" noGrp="1"/>
          </p:cNvSpPr>
          <p:nvPr/>
        </p:nvSpPr>
        <p:spPr>
          <a:xfrm xmlns:a="http://schemas.openxmlformats.org/drawingml/2006/main">
            <a:off x="3981450" y="256698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blend age.</a:t>
            </a:r>
          </a:p>
        </p:txBody>
      </p:sp>
      <p:sp>
        <p:nvSpPr>
          <p:cNvPr id="8" name="rect-25-8">
            <a:extLst xmlns:a="http://schemas.openxmlformats.org/drawingml/2006/main">
              <a:ext uri="{FF2B5EF4-FFF2-40B4-BE49-F238E27FC236}">
                <a16:creationId xmlns:a16="http://schemas.microsoft.com/office/drawing/2014/main" id="{94E35EF1-B65E-4401-A500-7FB54EC78FD1}"/>
              </a:ext>
            </a:extLst>
          </p:cNvPr>
          <p:cNvSpPr>
            <a:spLocks xmlns:a="http://schemas.openxmlformats.org/drawingml/2006/main" noGrp="1"/>
          </p:cNvSpPr>
          <p:nvPr/>
        </p:nvSpPr>
        <p:spPr>
          <a:xfrm xmlns:a="http://schemas.openxmlformats.org/drawingml/2006/main">
            <a:off x="609600" y="29146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9" name="text-25-9">
            <a:extLst xmlns:a="http://schemas.openxmlformats.org/drawingml/2006/main">
              <a:ext uri="{FF2B5EF4-FFF2-40B4-BE49-F238E27FC236}">
                <a16:creationId xmlns:a16="http://schemas.microsoft.com/office/drawing/2014/main" id="{5F125014-52CA-4A33-B8E4-F34B0A651109}"/>
              </a:ext>
            </a:extLst>
          </p:cNvPr>
          <p:cNvSpPr>
            <a:spLocks xmlns:a="http://schemas.openxmlformats.org/drawingml/2006/main" noGrp="1"/>
          </p:cNvSpPr>
          <p:nvPr/>
        </p:nvSpPr>
        <p:spPr>
          <a:xfrm xmlns:a="http://schemas.openxmlformats.org/drawingml/2006/main">
            <a:off x="609600" y="30480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remote_inference / session</a:t>
            </a:r>
          </a:p>
        </p:txBody>
      </p:sp>
      <p:sp>
        <p:nvSpPr>
          <p:cNvPr id="10" name="text-25-10">
            <a:extLst xmlns:a="http://schemas.openxmlformats.org/drawingml/2006/main">
              <a:ext uri="{FF2B5EF4-FFF2-40B4-BE49-F238E27FC236}">
                <a16:creationId xmlns:a16="http://schemas.microsoft.com/office/drawing/2014/main" id="{7DB9E0B8-5827-4EC6-B157-B31AECCEF1EC}"/>
              </a:ext>
            </a:extLst>
          </p:cNvPr>
          <p:cNvSpPr>
            <a:spLocks xmlns:a="http://schemas.openxmlformats.org/drawingml/2006/main" noGrp="1"/>
          </p:cNvSpPr>
          <p:nvPr/>
        </p:nvSpPr>
        <p:spPr>
          <a:xfrm xmlns:a="http://schemas.openxmlformats.org/drawingml/2006/main">
            <a:off x="609600" y="3348038"/>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 engine</a:t>
            </a:r>
          </a:p>
        </p:txBody>
      </p:sp>
      <p:sp>
        <p:nvSpPr>
          <p:cNvPr id="11" name="text-25-11">
            <a:extLst xmlns:a="http://schemas.openxmlformats.org/drawingml/2006/main">
              <a:ext uri="{FF2B5EF4-FFF2-40B4-BE49-F238E27FC236}">
                <a16:creationId xmlns:a16="http://schemas.microsoft.com/office/drawing/2014/main" id="{5B01B0EB-0C26-4354-9397-46365E0D4A3A}"/>
              </a:ext>
            </a:extLst>
          </p:cNvPr>
          <p:cNvSpPr>
            <a:spLocks xmlns:a="http://schemas.openxmlformats.org/drawingml/2006/main" noGrp="1"/>
          </p:cNvSpPr>
          <p:nvPr/>
        </p:nvSpPr>
        <p:spPr>
          <a:xfrm xmlns:a="http://schemas.openxmlformats.org/drawingml/2006/main">
            <a:off x="3981450" y="30480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Duplicate requests, blocked resets, presence cleanup, retarget and</a:t>
            </a:r>
          </a:p>
        </p:txBody>
      </p:sp>
      <p:sp>
        <p:nvSpPr>
          <p:cNvPr id="12" name="text-25-12">
            <a:extLst xmlns:a="http://schemas.openxmlformats.org/drawingml/2006/main">
              <a:ext uri="{FF2B5EF4-FFF2-40B4-BE49-F238E27FC236}">
                <a16:creationId xmlns:a16="http://schemas.microsoft.com/office/drawing/2014/main" id="{2E6AA2AC-6E55-4D43-8D39-DC2A32C64689}"/>
              </a:ext>
            </a:extLst>
          </p:cNvPr>
          <p:cNvSpPr>
            <a:spLocks xmlns:a="http://schemas.openxmlformats.org/drawingml/2006/main" noGrp="1"/>
          </p:cNvSpPr>
          <p:nvPr/>
        </p:nvSpPr>
        <p:spPr>
          <a:xfrm xmlns:a="http://schemas.openxmlformats.org/drawingml/2006/main">
            <a:off x="3981450" y="334803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language races.</a:t>
            </a:r>
          </a:p>
        </p:txBody>
      </p:sp>
      <p:sp>
        <p:nvSpPr>
          <p:cNvPr id="13" name="rect-25-13">
            <a:extLst xmlns:a="http://schemas.openxmlformats.org/drawingml/2006/main">
              <a:ext uri="{FF2B5EF4-FFF2-40B4-BE49-F238E27FC236}">
                <a16:creationId xmlns:a16="http://schemas.microsoft.com/office/drawing/2014/main" id="{8C0E1049-2A7A-4B55-9FC3-8815EB0B7B5F}"/>
              </a:ext>
            </a:extLst>
          </p:cNvPr>
          <p:cNvSpPr>
            <a:spLocks xmlns:a="http://schemas.openxmlformats.org/drawingml/2006/main" noGrp="1"/>
          </p:cNvSpPr>
          <p:nvPr/>
        </p:nvSpPr>
        <p:spPr>
          <a:xfrm xmlns:a="http://schemas.openxmlformats.org/drawingml/2006/main">
            <a:off x="609600" y="369570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4" name="text-25-14">
            <a:extLst xmlns:a="http://schemas.openxmlformats.org/drawingml/2006/main">
              <a:ext uri="{FF2B5EF4-FFF2-40B4-BE49-F238E27FC236}">
                <a16:creationId xmlns:a16="http://schemas.microsoft.com/office/drawing/2014/main" id="{8E7121A9-2DA8-4E8B-87F0-38BB8FD4B5AD}"/>
              </a:ext>
            </a:extLst>
          </p:cNvPr>
          <p:cNvSpPr>
            <a:spLocks xmlns:a="http://schemas.openxmlformats.org/drawingml/2006/main" noGrp="1"/>
          </p:cNvSpPr>
          <p:nvPr/>
        </p:nvSpPr>
        <p:spPr>
          <a:xfrm xmlns:a="http://schemas.openxmlformats.org/drawingml/2006/main">
            <a:off x="609600" y="382905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test_remote_rollout</a:t>
            </a:r>
          </a:p>
        </p:txBody>
      </p:sp>
      <p:sp>
        <p:nvSpPr>
          <p:cNvPr id="15" name="text-25-15">
            <a:extLst xmlns:a="http://schemas.openxmlformats.org/drawingml/2006/main">
              <a:ext uri="{FF2B5EF4-FFF2-40B4-BE49-F238E27FC236}">
                <a16:creationId xmlns:a16="http://schemas.microsoft.com/office/drawing/2014/main" id="{1278604D-D689-4ACE-BA0E-C8C094F84148}"/>
              </a:ext>
            </a:extLst>
          </p:cNvPr>
          <p:cNvSpPr>
            <a:spLocks xmlns:a="http://schemas.openxmlformats.org/drawingml/2006/main" noGrp="1"/>
          </p:cNvSpPr>
          <p:nvPr/>
        </p:nvSpPr>
        <p:spPr>
          <a:xfrm xmlns:a="http://schemas.openxmlformats.org/drawingml/2006/main">
            <a:off x="3981450" y="382905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Interpolation revocation and hold → stop → return → disconnect</a:t>
            </a:r>
          </a:p>
        </p:txBody>
      </p:sp>
      <p:sp>
        <p:nvSpPr>
          <p:cNvPr id="16" name="text-25-16">
            <a:extLst xmlns:a="http://schemas.openxmlformats.org/drawingml/2006/main">
              <a:ext uri="{FF2B5EF4-FFF2-40B4-BE49-F238E27FC236}">
                <a16:creationId xmlns:a16="http://schemas.microsoft.com/office/drawing/2014/main" id="{A346E0E8-1600-411F-8F4D-1D73AC032176}"/>
              </a:ext>
            </a:extLst>
          </p:cNvPr>
          <p:cNvSpPr>
            <a:spLocks xmlns:a="http://schemas.openxmlformats.org/drawingml/2006/main" noGrp="1"/>
          </p:cNvSpPr>
          <p:nvPr/>
        </p:nvSpPr>
        <p:spPr>
          <a:xfrm xmlns:a="http://schemas.openxmlformats.org/drawingml/2006/main">
            <a:off x="3981450" y="412908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ordering.</a:t>
            </a:r>
          </a:p>
        </p:txBody>
      </p:sp>
      <p:sp>
        <p:nvSpPr>
          <p:cNvPr id="17" name="rect-25-17">
            <a:extLst xmlns:a="http://schemas.openxmlformats.org/drawingml/2006/main">
              <a:ext uri="{FF2B5EF4-FFF2-40B4-BE49-F238E27FC236}">
                <a16:creationId xmlns:a16="http://schemas.microsoft.com/office/drawing/2014/main" id="{25103119-8AA1-4B68-8E28-FE2920DEDB30}"/>
              </a:ext>
            </a:extLst>
          </p:cNvPr>
          <p:cNvSpPr>
            <a:spLocks xmlns:a="http://schemas.openxmlformats.org/drawingml/2006/main" noGrp="1"/>
          </p:cNvSpPr>
          <p:nvPr/>
        </p:nvSpPr>
        <p:spPr>
          <a:xfrm xmlns:a="http://schemas.openxmlformats.org/drawingml/2006/main">
            <a:off x="609600" y="4476750"/>
            <a:ext cx="10972800" cy="9525"/>
          </a:xfrm>
          <a:prstGeom xmlns:a="http://schemas.openxmlformats.org/drawingml/2006/main" prst="rect">
            <a:avLst/>
          </a:prstGeom>
          <a:solidFill xmlns:a="http://schemas.openxmlformats.org/drawingml/2006/main">
            <a:srgbClr val="D6DEDD"/>
          </a:solidFill>
          <a:ln xmlns:a="http://schemas.openxmlformats.org/drawingml/2006/main" w="0">
            <a:noFill/>
          </a:ln>
        </p:spPr>
      </p:sp>
      <p:sp>
        <p:nvSpPr>
          <p:cNvPr id="18" name="text-25-18">
            <a:extLst xmlns:a="http://schemas.openxmlformats.org/drawingml/2006/main">
              <a:ext uri="{FF2B5EF4-FFF2-40B4-BE49-F238E27FC236}">
                <a16:creationId xmlns:a16="http://schemas.microsoft.com/office/drawing/2014/main" id="{EB51A8EA-6B40-4B76-93C1-75496B0E72D5}"/>
              </a:ext>
            </a:extLst>
          </p:cNvPr>
          <p:cNvSpPr>
            <a:spLocks xmlns:a="http://schemas.openxmlformats.org/drawingml/2006/main" noGrp="1"/>
          </p:cNvSpPr>
          <p:nvPr/>
        </p:nvSpPr>
        <p:spPr>
          <a:xfrm xmlns:a="http://schemas.openxmlformats.org/drawingml/2006/main">
            <a:off x="609600" y="4610100"/>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remote path / codec /</a:t>
            </a:r>
          </a:p>
        </p:txBody>
      </p:sp>
      <p:sp>
        <p:nvSpPr>
          <p:cNvPr id="19" name="text-25-19">
            <a:extLst xmlns:a="http://schemas.openxmlformats.org/drawingml/2006/main">
              <a:ext uri="{FF2B5EF4-FFF2-40B4-BE49-F238E27FC236}">
                <a16:creationId xmlns:a16="http://schemas.microsoft.com/office/drawing/2014/main" id="{EB8F2367-7F5D-49AC-AA80-584DEDC51BCD}"/>
              </a:ext>
            </a:extLst>
          </p:cNvPr>
          <p:cNvSpPr>
            <a:spLocks xmlns:a="http://schemas.openxmlformats.org/drawingml/2006/main" noGrp="1"/>
          </p:cNvSpPr>
          <p:nvPr/>
        </p:nvSpPr>
        <p:spPr>
          <a:xfrm xmlns:a="http://schemas.openxmlformats.org/drawingml/2006/main">
            <a:off x="609600" y="4910138"/>
            <a:ext cx="3095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7B9F"/>
                </a:solidFill>
                <a:latin typeface="Arial"/>
                <a:ea typeface="Arial"/>
                <a:cs typeface="Arial"/>
              </a:defRPr>
            </a:pPr>
            <a:r>
              <a:rPr sz="1875" b="1">
                <a:solidFill>
                  <a:srgbClr val="177B9F"/>
                </a:solidFill>
                <a:latin typeface="Arial"/>
                <a:ea typeface="Arial"/>
                <a:cs typeface="Arial"/>
              </a:rPr>
              <a:t>transport</a:t>
            </a:r>
          </a:p>
        </p:txBody>
      </p:sp>
      <p:sp>
        <p:nvSpPr>
          <p:cNvPr id="20" name="text-25-20">
            <a:extLst xmlns:a="http://schemas.openxmlformats.org/drawingml/2006/main">
              <a:ext uri="{FF2B5EF4-FFF2-40B4-BE49-F238E27FC236}">
                <a16:creationId xmlns:a16="http://schemas.microsoft.com/office/drawing/2014/main" id="{AE57DAC1-3229-43D3-8869-DECCB91AFE33}"/>
              </a:ext>
            </a:extLst>
          </p:cNvPr>
          <p:cNvSpPr>
            <a:spLocks xmlns:a="http://schemas.openxmlformats.org/drawingml/2006/main" noGrp="1"/>
          </p:cNvSpPr>
          <p:nvPr/>
        </p:nvSpPr>
        <p:spPr>
          <a:xfrm xmlns:a="http://schemas.openxmlformats.org/drawingml/2006/main">
            <a:off x="3981450" y="4610100"/>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Checkpoint boundary, malformed payloads and actual process/Zenoh</a:t>
            </a:r>
          </a:p>
        </p:txBody>
      </p:sp>
      <p:sp>
        <p:nvSpPr>
          <p:cNvPr id="21" name="text-25-21">
            <a:extLst xmlns:a="http://schemas.openxmlformats.org/drawingml/2006/main">
              <a:ext uri="{FF2B5EF4-FFF2-40B4-BE49-F238E27FC236}">
                <a16:creationId xmlns:a16="http://schemas.microsoft.com/office/drawing/2014/main" id="{45685067-6352-40A0-A371-D700E720AA63}"/>
              </a:ext>
            </a:extLst>
          </p:cNvPr>
          <p:cNvSpPr>
            <a:spLocks xmlns:a="http://schemas.openxmlformats.org/drawingml/2006/main" noGrp="1"/>
          </p:cNvSpPr>
          <p:nvPr/>
        </p:nvSpPr>
        <p:spPr>
          <a:xfrm xmlns:a="http://schemas.openxmlformats.org/drawingml/2006/main">
            <a:off x="3981450" y="4910138"/>
            <a:ext cx="752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72B3A"/>
                </a:solidFill>
                <a:latin typeface="Arial"/>
                <a:ea typeface="Arial"/>
                <a:cs typeface="Arial"/>
              </a:defRPr>
            </a:pPr>
            <a:r>
              <a:rPr sz="1875" b="0">
                <a:solidFill>
                  <a:srgbClr val="172B3A"/>
                </a:solidFill>
                <a:latin typeface="Arial"/>
                <a:ea typeface="Arial"/>
                <a:cs typeface="Arial"/>
              </a:rPr>
              <a:t>exchange.</a:t>
            </a:r>
          </a:p>
        </p:txBody>
      </p:sp>
      <p:sp>
        <p:nvSpPr>
          <p:cNvPr id="22" name="rect-25-22">
            <a:extLst xmlns:a="http://schemas.openxmlformats.org/drawingml/2006/main">
              <a:ext uri="{FF2B5EF4-FFF2-40B4-BE49-F238E27FC236}">
                <a16:creationId xmlns:a16="http://schemas.microsoft.com/office/drawing/2014/main" id="{EC6A8821-6FE3-4ABE-97F8-D2B05B28AC57}"/>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3" name="text-25-23">
            <a:extLst xmlns:a="http://schemas.openxmlformats.org/drawingml/2006/main">
              <a:ext uri="{FF2B5EF4-FFF2-40B4-BE49-F238E27FC236}">
                <a16:creationId xmlns:a16="http://schemas.microsoft.com/office/drawing/2014/main" id="{B3C632B2-1D59-4191-895F-F964C566F404}"/>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Software tests establish bounded cases. Hardware reports establish observed task and motion</a:t>
            </a:r>
          </a:p>
        </p:txBody>
      </p:sp>
      <p:sp>
        <p:nvSpPr>
          <p:cNvPr id="24" name="text-25-24">
            <a:extLst xmlns:a="http://schemas.openxmlformats.org/drawingml/2006/main">
              <a:ext uri="{FF2B5EF4-FFF2-40B4-BE49-F238E27FC236}">
                <a16:creationId xmlns:a16="http://schemas.microsoft.com/office/drawing/2014/main" id="{91979682-7F36-4BA4-AE0A-4ED9A29F9922}"/>
              </a:ext>
            </a:extLst>
          </p:cNvPr>
          <p:cNvSpPr>
            <a:spLocks xmlns:a="http://schemas.openxmlformats.org/drawingml/2006/main" noGrp="1"/>
          </p:cNvSpPr>
          <p:nvPr/>
        </p:nvSpPr>
        <p:spPr>
          <a:xfrm xmlns:a="http://schemas.openxmlformats.org/drawingml/2006/main">
            <a:off x="609600" y="6276785"/>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behavior.</a:t>
            </a:r>
          </a:p>
        </p:txBody>
      </p:sp>
      <p:sp>
        <p:nvSpPr>
          <p:cNvPr id="25" name="text-25-25">
            <a:extLst xmlns:a="http://schemas.openxmlformats.org/drawingml/2006/main">
              <a:ext uri="{FF2B5EF4-FFF2-40B4-BE49-F238E27FC236}">
                <a16:creationId xmlns:a16="http://schemas.microsoft.com/office/drawing/2014/main" id="{B9A564B7-0BB8-4A17-B708-E6CE082D136F}"/>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25</a:t>
            </a:r>
          </a:p>
        </p:txBody>
      </p:sp>
    </p:spTree>
    <p:extLst>
      <p:ext uri="{BB962C8B-B14F-4D97-AF65-F5344CB8AC3E}">
        <p14:creationId xmlns:p14="http://schemas.microsoft.com/office/powerpoint/2010/main" val="266236879"/>
      </p:ext>
    </p:extLst>
  </p:cSld>
</p:sld>
</file>

<file path=ppt/slides/slide2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31" name="text-26-1">
            <a:extLst xmlns:a="http://schemas.openxmlformats.org/drawingml/2006/main">
              <a:ext uri="{FF2B5EF4-FFF2-40B4-BE49-F238E27FC236}">
                <a16:creationId xmlns:a16="http://schemas.microsoft.com/office/drawing/2014/main" id="{A49721CC-96AD-4A86-81CA-77CE45BF1177}"/>
              </a:ext>
            </a:extLst>
          </p:cNvPr>
          <p:cNvSpPr>
            <a:spLocks xmlns:a="http://schemas.openxmlformats.org/drawingml/2006/main" noGrp="1"/>
          </p:cNvSpPr>
          <p:nvPr/>
        </p:nvSpPr>
        <p:spPr>
          <a:xfrm xmlns:a="http://schemas.openxmlformats.org/drawingml/2006/main">
            <a:off x="609600" y="295275"/>
            <a:ext cx="102870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177B9F"/>
                </a:solidFill>
                <a:latin typeface="Arial"/>
                <a:ea typeface="Arial"/>
                <a:cs typeface="Arial"/>
              </a:defRPr>
            </a:pPr>
            <a:r>
              <a:rPr sz="1125" b="1">
                <a:solidFill>
                  <a:srgbClr val="177B9F"/>
                </a:solidFill>
                <a:latin typeface="Arial"/>
                <a:ea typeface="Arial"/>
                <a:cs typeface="Arial"/>
              </a:rPr>
              <a:t>5 · PREPARE YOUR REVIEW</a:t>
            </a:r>
          </a:p>
        </p:txBody>
      </p:sp>
      <p:sp>
        <p:nvSpPr>
          <p:cNvPr id="2" name="text-26-2">
            <a:extLst xmlns:a="http://schemas.openxmlformats.org/drawingml/2006/main">
              <a:ext uri="{FF2B5EF4-FFF2-40B4-BE49-F238E27FC236}">
                <a16:creationId xmlns:a16="http://schemas.microsoft.com/office/drawing/2014/main" id="{28EF2882-366E-4226-96B6-28760CB36F5A}"/>
              </a:ext>
            </a:extLst>
          </p:cNvPr>
          <p:cNvSpPr>
            <a:spLocks xmlns:a="http://schemas.openxmlformats.org/drawingml/2006/main" noGrp="1"/>
          </p:cNvSpPr>
          <p:nvPr/>
        </p:nvSpPr>
        <p:spPr>
          <a:xfrm xmlns:a="http://schemas.openxmlformats.org/drawingml/2006/main">
            <a:off x="609600" y="704850"/>
            <a:ext cx="1095375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300" b="1">
                <a:solidFill>
                  <a:srgbClr val="172B3A"/>
                </a:solidFill>
                <a:latin typeface="Arial"/>
                <a:ea typeface="Arial"/>
                <a:cs typeface="Arial"/>
              </a:defRPr>
            </a:pPr>
            <a:r>
              <a:rPr sz="3300" b="1">
                <a:solidFill>
                  <a:srgbClr val="172B3A"/>
                </a:solidFill>
                <a:latin typeface="Arial"/>
                <a:ea typeface="Arial"/>
                <a:cs typeface="Arial"/>
              </a:rPr>
              <a:t>A focused first code review</a:t>
            </a:r>
          </a:p>
        </p:txBody>
      </p:sp>
      <p:sp>
        <p:nvSpPr>
          <p:cNvPr id="3" name="text-26-3">
            <a:extLst xmlns:a="http://schemas.openxmlformats.org/drawingml/2006/main">
              <a:ext uri="{FF2B5EF4-FFF2-40B4-BE49-F238E27FC236}">
                <a16:creationId xmlns:a16="http://schemas.microsoft.com/office/drawing/2014/main" id="{E20CD96D-16FA-4AE8-87C2-6866436E7F24}"/>
              </a:ext>
            </a:extLst>
          </p:cNvPr>
          <p:cNvSpPr>
            <a:spLocks xmlns:a="http://schemas.openxmlformats.org/drawingml/2006/main" noGrp="1"/>
          </p:cNvSpPr>
          <p:nvPr/>
        </p:nvSpPr>
        <p:spPr>
          <a:xfrm xmlns:a="http://schemas.openxmlformats.org/drawingml/2006/main">
            <a:off x="609600" y="1381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26777"/>
                </a:solidFill>
                <a:latin typeface="Arial"/>
                <a:ea typeface="Arial"/>
                <a:cs typeface="Arial"/>
              </a:defRPr>
            </a:pPr>
            <a:r>
              <a:rPr sz="1875" b="0">
                <a:solidFill>
                  <a:srgbClr val="526777"/>
                </a:solidFill>
                <a:latin typeface="Arial"/>
                <a:ea typeface="Arial"/>
                <a:cs typeface="Arial"/>
              </a:rPr>
              <a:t>Follow one guarantee all the way through its implementation and test.</a:t>
            </a:r>
          </a:p>
        </p:txBody>
      </p:sp>
      <p:sp>
        <p:nvSpPr>
          <p:cNvPr id="4" name="text-26-4">
            <a:extLst xmlns:a="http://schemas.openxmlformats.org/drawingml/2006/main">
              <a:ext uri="{FF2B5EF4-FFF2-40B4-BE49-F238E27FC236}">
                <a16:creationId xmlns:a16="http://schemas.microsoft.com/office/drawing/2014/main" id="{BB66CA99-CE71-4826-AE93-A85CA6BCB97C}"/>
              </a:ext>
            </a:extLst>
          </p:cNvPr>
          <p:cNvSpPr>
            <a:spLocks xmlns:a="http://schemas.openxmlformats.org/drawingml/2006/main" noGrp="1"/>
          </p:cNvSpPr>
          <p:nvPr/>
        </p:nvSpPr>
        <p:spPr>
          <a:xfrm xmlns:a="http://schemas.openxmlformats.org/drawingml/2006/main">
            <a:off x="6096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Pass 1</a:t>
            </a:r>
          </a:p>
        </p:txBody>
      </p:sp>
      <p:sp>
        <p:nvSpPr>
          <p:cNvPr id="5" name="text-26-5">
            <a:extLst xmlns:a="http://schemas.openxmlformats.org/drawingml/2006/main">
              <a:ext uri="{FF2B5EF4-FFF2-40B4-BE49-F238E27FC236}">
                <a16:creationId xmlns:a16="http://schemas.microsoft.com/office/drawing/2014/main" id="{F4A42C66-5033-4370-9424-45486B9B1CFF}"/>
              </a:ext>
            </a:extLst>
          </p:cNvPr>
          <p:cNvSpPr>
            <a:spLocks xmlns:a="http://schemas.openxmlformats.org/drawingml/2006/main" noGrp="1"/>
          </p:cNvSpPr>
          <p:nvPr/>
        </p:nvSpPr>
        <p:spPr>
          <a:xfrm xmlns:a="http://schemas.openxmlformats.org/drawingml/2006/main">
            <a:off x="6096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Types +</a:t>
            </a:r>
          </a:p>
        </p:txBody>
      </p:sp>
      <p:sp>
        <p:nvSpPr>
          <p:cNvPr id="6" name="text-26-6">
            <a:extLst xmlns:a="http://schemas.openxmlformats.org/drawingml/2006/main">
              <a:ext uri="{FF2B5EF4-FFF2-40B4-BE49-F238E27FC236}">
                <a16:creationId xmlns:a16="http://schemas.microsoft.com/office/drawing/2014/main" id="{92419749-C7EE-4E2C-8A10-68C0C032F40C}"/>
              </a:ext>
            </a:extLst>
          </p:cNvPr>
          <p:cNvSpPr>
            <a:spLocks xmlns:a="http://schemas.openxmlformats.org/drawingml/2006/main" noGrp="1"/>
          </p:cNvSpPr>
          <p:nvPr/>
        </p:nvSpPr>
        <p:spPr>
          <a:xfrm xmlns:a="http://schemas.openxmlformats.org/drawingml/2006/main">
            <a:off x="609600" y="3469767"/>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execution</a:t>
            </a:r>
          </a:p>
        </p:txBody>
      </p:sp>
      <p:sp>
        <p:nvSpPr>
          <p:cNvPr id="7" name="text-26-7">
            <a:extLst xmlns:a="http://schemas.openxmlformats.org/drawingml/2006/main">
              <a:ext uri="{FF2B5EF4-FFF2-40B4-BE49-F238E27FC236}">
                <a16:creationId xmlns:a16="http://schemas.microsoft.com/office/drawing/2014/main" id="{52933704-02E9-4DDD-B276-074C0735D43D}"/>
              </a:ext>
            </a:extLst>
          </p:cNvPr>
          <p:cNvSpPr>
            <a:spLocks xmlns:a="http://schemas.openxmlformats.org/drawingml/2006/main" noGrp="1"/>
          </p:cNvSpPr>
          <p:nvPr/>
        </p:nvSpPr>
        <p:spPr>
          <a:xfrm xmlns:a="http://schemas.openxmlformats.org/drawingml/2006/main">
            <a:off x="609600" y="397725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contracts.py →</a:t>
            </a:r>
          </a:p>
        </p:txBody>
      </p:sp>
      <p:sp>
        <p:nvSpPr>
          <p:cNvPr id="8" name="text-26-8">
            <a:extLst xmlns:a="http://schemas.openxmlformats.org/drawingml/2006/main">
              <a:ext uri="{FF2B5EF4-FFF2-40B4-BE49-F238E27FC236}">
                <a16:creationId xmlns:a16="http://schemas.microsoft.com/office/drawing/2014/main" id="{15EE50E0-2A5B-45F3-B438-41BF1333F77D}"/>
              </a:ext>
            </a:extLst>
          </p:cNvPr>
          <p:cNvSpPr>
            <a:spLocks xmlns:a="http://schemas.openxmlformats.org/drawingml/2006/main" noGrp="1"/>
          </p:cNvSpPr>
          <p:nvPr/>
        </p:nvSpPr>
        <p:spPr>
          <a:xfrm xmlns:a="http://schemas.openxmlformats.org/drawingml/2006/main">
            <a:off x="609600" y="426529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ChunkRuntime →</a:t>
            </a:r>
          </a:p>
        </p:txBody>
      </p:sp>
      <p:sp>
        <p:nvSpPr>
          <p:cNvPr id="9" name="text-26-9">
            <a:extLst xmlns:a="http://schemas.openxmlformats.org/drawingml/2006/main">
              <a:ext uri="{FF2B5EF4-FFF2-40B4-BE49-F238E27FC236}">
                <a16:creationId xmlns:a16="http://schemas.microsoft.com/office/drawing/2014/main" id="{D1074F73-B1E9-4605-9805-7A4B138B9500}"/>
              </a:ext>
            </a:extLst>
          </p:cNvPr>
          <p:cNvSpPr>
            <a:spLocks xmlns:a="http://schemas.openxmlformats.org/drawingml/2006/main" noGrp="1"/>
          </p:cNvSpPr>
          <p:nvPr/>
        </p:nvSpPr>
        <p:spPr>
          <a:xfrm xmlns:a="http://schemas.openxmlformats.org/drawingml/2006/main">
            <a:off x="609600" y="4553331"/>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ActionQueue</a:t>
            </a:r>
          </a:p>
        </p:txBody>
      </p:sp>
      <p:sp>
        <p:nvSpPr>
          <p:cNvPr id="10" name="text-26-10">
            <a:extLst xmlns:a="http://schemas.openxmlformats.org/drawingml/2006/main">
              <a:ext uri="{FF2B5EF4-FFF2-40B4-BE49-F238E27FC236}">
                <a16:creationId xmlns:a16="http://schemas.microsoft.com/office/drawing/2014/main" id="{FA137FDA-85DF-4BA7-8136-805A318B67BC}"/>
              </a:ext>
            </a:extLst>
          </p:cNvPr>
          <p:cNvSpPr>
            <a:spLocks xmlns:a="http://schemas.openxmlformats.org/drawingml/2006/main" noGrp="1"/>
          </p:cNvSpPr>
          <p:nvPr/>
        </p:nvSpPr>
        <p:spPr>
          <a:xfrm xmlns:a="http://schemas.openxmlformats.org/drawingml/2006/main">
            <a:off x="34671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Pass 2</a:t>
            </a:r>
          </a:p>
        </p:txBody>
      </p:sp>
      <p:sp>
        <p:nvSpPr>
          <p:cNvPr id="11" name="text-26-11">
            <a:extLst xmlns:a="http://schemas.openxmlformats.org/drawingml/2006/main">
              <a:ext uri="{FF2B5EF4-FFF2-40B4-BE49-F238E27FC236}">
                <a16:creationId xmlns:a16="http://schemas.microsoft.com/office/drawing/2014/main" id="{1797248C-C55F-45F2-B0D7-F4A99E55736D}"/>
              </a:ext>
            </a:extLst>
          </p:cNvPr>
          <p:cNvSpPr>
            <a:spLocks xmlns:a="http://schemas.openxmlformats.org/drawingml/2006/main" noGrp="1"/>
          </p:cNvSpPr>
          <p:nvPr/>
        </p:nvSpPr>
        <p:spPr>
          <a:xfrm xmlns:a="http://schemas.openxmlformats.org/drawingml/2006/main">
            <a:off x="34671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One real request</a:t>
            </a:r>
          </a:p>
        </p:txBody>
      </p:sp>
      <p:sp>
        <p:nvSpPr>
          <p:cNvPr id="12" name="text-26-12">
            <a:extLst xmlns:a="http://schemas.openxmlformats.org/drawingml/2006/main">
              <a:ext uri="{FF2B5EF4-FFF2-40B4-BE49-F238E27FC236}">
                <a16:creationId xmlns:a16="http://schemas.microsoft.com/office/drawing/2014/main" id="{37EA194F-E670-4042-9763-4375610567EB}"/>
              </a:ext>
            </a:extLst>
          </p:cNvPr>
          <p:cNvSpPr>
            <a:spLocks xmlns:a="http://schemas.openxmlformats.org/drawingml/2006/main" noGrp="1"/>
          </p:cNvSpPr>
          <p:nvPr/>
        </p:nvSpPr>
        <p:spPr>
          <a:xfrm xmlns:a="http://schemas.openxmlformats.org/drawingml/2006/main">
            <a:off x="3467100" y="3641217"/>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RemoteInferenceEngine</a:t>
            </a:r>
          </a:p>
        </p:txBody>
      </p:sp>
      <p:sp>
        <p:nvSpPr>
          <p:cNvPr id="13" name="text-26-13">
            <a:extLst xmlns:a="http://schemas.openxmlformats.org/drawingml/2006/main">
              <a:ext uri="{FF2B5EF4-FFF2-40B4-BE49-F238E27FC236}">
                <a16:creationId xmlns:a16="http://schemas.microsoft.com/office/drawing/2014/main" id="{C2201884-901E-48EC-87D6-61BE564DF910}"/>
              </a:ext>
            </a:extLst>
          </p:cNvPr>
          <p:cNvSpPr>
            <a:spLocks xmlns:a="http://schemas.openxmlformats.org/drawingml/2006/main" noGrp="1"/>
          </p:cNvSpPr>
          <p:nvPr/>
        </p:nvSpPr>
        <p:spPr>
          <a:xfrm xmlns:a="http://schemas.openxmlformats.org/drawingml/2006/main">
            <a:off x="3467100" y="3929253"/>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 RemoteClient →</a:t>
            </a:r>
          </a:p>
        </p:txBody>
      </p:sp>
      <p:sp>
        <p:nvSpPr>
          <p:cNvPr id="14" name="text-26-14">
            <a:extLst xmlns:a="http://schemas.openxmlformats.org/drawingml/2006/main">
              <a:ext uri="{FF2B5EF4-FFF2-40B4-BE49-F238E27FC236}">
                <a16:creationId xmlns:a16="http://schemas.microsoft.com/office/drawing/2014/main" id="{F4C65FDD-E935-4C82-B94A-A06B8C68976A}"/>
              </a:ext>
            </a:extLst>
          </p:cNvPr>
          <p:cNvSpPr>
            <a:spLocks xmlns:a="http://schemas.openxmlformats.org/drawingml/2006/main" noGrp="1"/>
          </p:cNvSpPr>
          <p:nvPr/>
        </p:nvSpPr>
        <p:spPr>
          <a:xfrm xmlns:a="http://schemas.openxmlformats.org/drawingml/2006/main">
            <a:off x="3467100" y="421728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SessionWorker →</a:t>
            </a:r>
          </a:p>
        </p:txBody>
      </p:sp>
      <p:sp>
        <p:nvSpPr>
          <p:cNvPr id="15" name="text-26-15">
            <a:extLst xmlns:a="http://schemas.openxmlformats.org/drawingml/2006/main">
              <a:ext uri="{FF2B5EF4-FFF2-40B4-BE49-F238E27FC236}">
                <a16:creationId xmlns:a16="http://schemas.microsoft.com/office/drawing/2014/main" id="{F206407C-32F5-4D2B-8099-AAF8A03B107C}"/>
              </a:ext>
            </a:extLst>
          </p:cNvPr>
          <p:cNvSpPr>
            <a:spLocks xmlns:a="http://schemas.openxmlformats.org/drawingml/2006/main" noGrp="1"/>
          </p:cNvSpPr>
          <p:nvPr/>
        </p:nvSpPr>
        <p:spPr>
          <a:xfrm xmlns:a="http://schemas.openxmlformats.org/drawingml/2006/main">
            <a:off x="3467100" y="450532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PolicyRunner</a:t>
            </a:r>
          </a:p>
        </p:txBody>
      </p:sp>
      <p:sp>
        <p:nvSpPr>
          <p:cNvPr id="16" name="text-26-16">
            <a:extLst xmlns:a="http://schemas.openxmlformats.org/drawingml/2006/main">
              <a:ext uri="{FF2B5EF4-FFF2-40B4-BE49-F238E27FC236}">
                <a16:creationId xmlns:a16="http://schemas.microsoft.com/office/drawing/2014/main" id="{D7BD76EE-19E6-4332-A697-B11450969238}"/>
              </a:ext>
            </a:extLst>
          </p:cNvPr>
          <p:cNvSpPr>
            <a:spLocks xmlns:a="http://schemas.openxmlformats.org/drawingml/2006/main" noGrp="1"/>
          </p:cNvSpPr>
          <p:nvPr/>
        </p:nvSpPr>
        <p:spPr>
          <a:xfrm xmlns:a="http://schemas.openxmlformats.org/drawingml/2006/main">
            <a:off x="63246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Pass 3</a:t>
            </a:r>
          </a:p>
        </p:txBody>
      </p:sp>
      <p:sp>
        <p:nvSpPr>
          <p:cNvPr id="17" name="text-26-17">
            <a:extLst xmlns:a="http://schemas.openxmlformats.org/drawingml/2006/main">
              <a:ext uri="{FF2B5EF4-FFF2-40B4-BE49-F238E27FC236}">
                <a16:creationId xmlns:a16="http://schemas.microsoft.com/office/drawing/2014/main" id="{942AF4E1-F764-4D89-8188-12864663E4D3}"/>
              </a:ext>
            </a:extLst>
          </p:cNvPr>
          <p:cNvSpPr>
            <a:spLocks xmlns:a="http://schemas.openxmlformats.org/drawingml/2006/main" noGrp="1"/>
          </p:cNvSpPr>
          <p:nvPr/>
        </p:nvSpPr>
        <p:spPr>
          <a:xfrm xmlns:a="http://schemas.openxmlformats.org/drawingml/2006/main">
            <a:off x="63246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Revoke</a:t>
            </a:r>
          </a:p>
        </p:txBody>
      </p:sp>
      <p:sp>
        <p:nvSpPr>
          <p:cNvPr id="18" name="text-26-18">
            <a:extLst xmlns:a="http://schemas.openxmlformats.org/drawingml/2006/main">
              <a:ext uri="{FF2B5EF4-FFF2-40B4-BE49-F238E27FC236}">
                <a16:creationId xmlns:a16="http://schemas.microsoft.com/office/drawing/2014/main" id="{86CADB5D-8055-4FBE-B0E9-556A54BD4209}"/>
              </a:ext>
            </a:extLst>
          </p:cNvPr>
          <p:cNvSpPr>
            <a:spLocks xmlns:a="http://schemas.openxmlformats.org/drawingml/2006/main" noGrp="1"/>
          </p:cNvSpPr>
          <p:nvPr/>
        </p:nvSpPr>
        <p:spPr>
          <a:xfrm xmlns:a="http://schemas.openxmlformats.org/drawingml/2006/main">
            <a:off x="6324600" y="3469767"/>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permission</a:t>
            </a:r>
          </a:p>
        </p:txBody>
      </p:sp>
      <p:sp>
        <p:nvSpPr>
          <p:cNvPr id="19" name="text-26-19">
            <a:extLst xmlns:a="http://schemas.openxmlformats.org/drawingml/2006/main">
              <a:ext uri="{FF2B5EF4-FFF2-40B4-BE49-F238E27FC236}">
                <a16:creationId xmlns:a16="http://schemas.microsoft.com/office/drawing/2014/main" id="{78D69163-4728-4C9A-9B84-7089F6E420C2}"/>
              </a:ext>
            </a:extLst>
          </p:cNvPr>
          <p:cNvSpPr>
            <a:spLocks xmlns:a="http://schemas.openxmlformats.org/drawingml/2006/main" noGrp="1"/>
          </p:cNvSpPr>
          <p:nvPr/>
        </p:nvSpPr>
        <p:spPr>
          <a:xfrm xmlns:a="http://schemas.openxmlformats.org/drawingml/2006/main">
            <a:off x="6324600" y="397725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reset / hold / fault →</a:t>
            </a:r>
          </a:p>
        </p:txBody>
      </p:sp>
      <p:sp>
        <p:nvSpPr>
          <p:cNvPr id="20" name="text-26-20">
            <a:extLst xmlns:a="http://schemas.openxmlformats.org/drawingml/2006/main">
              <a:ext uri="{FF2B5EF4-FFF2-40B4-BE49-F238E27FC236}">
                <a16:creationId xmlns:a16="http://schemas.microsoft.com/office/drawing/2014/main" id="{1E8268FA-672C-4864-9E72-641516C23708}"/>
              </a:ext>
            </a:extLst>
          </p:cNvPr>
          <p:cNvSpPr>
            <a:spLocks xmlns:a="http://schemas.openxmlformats.org/drawingml/2006/main" noGrp="1"/>
          </p:cNvSpPr>
          <p:nvPr/>
        </p:nvSpPr>
        <p:spPr>
          <a:xfrm xmlns:a="http://schemas.openxmlformats.org/drawingml/2006/main">
            <a:off x="6324600" y="426529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interpolation gate →</a:t>
            </a:r>
          </a:p>
        </p:txBody>
      </p:sp>
      <p:sp>
        <p:nvSpPr>
          <p:cNvPr id="21" name="text-26-21">
            <a:extLst xmlns:a="http://schemas.openxmlformats.org/drawingml/2006/main">
              <a:ext uri="{FF2B5EF4-FFF2-40B4-BE49-F238E27FC236}">
                <a16:creationId xmlns:a16="http://schemas.microsoft.com/office/drawing/2014/main" id="{D2F166A3-DC66-404E-B59A-0253A773CA4A}"/>
              </a:ext>
            </a:extLst>
          </p:cNvPr>
          <p:cNvSpPr>
            <a:spLocks xmlns:a="http://schemas.openxmlformats.org/drawingml/2006/main" noGrp="1"/>
          </p:cNvSpPr>
          <p:nvPr/>
        </p:nvSpPr>
        <p:spPr>
          <a:xfrm xmlns:a="http://schemas.openxmlformats.org/drawingml/2006/main">
            <a:off x="6324600" y="4553331"/>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teardown</a:t>
            </a:r>
          </a:p>
        </p:txBody>
      </p:sp>
      <p:sp>
        <p:nvSpPr>
          <p:cNvPr id="22" name="text-26-22">
            <a:extLst xmlns:a="http://schemas.openxmlformats.org/drawingml/2006/main">
              <a:ext uri="{FF2B5EF4-FFF2-40B4-BE49-F238E27FC236}">
                <a16:creationId xmlns:a16="http://schemas.microsoft.com/office/drawing/2014/main" id="{2BE975DD-99D1-4079-9DE6-ABF937EA977E}"/>
              </a:ext>
            </a:extLst>
          </p:cNvPr>
          <p:cNvSpPr>
            <a:spLocks xmlns:a="http://schemas.openxmlformats.org/drawingml/2006/main" noGrp="1"/>
          </p:cNvSpPr>
          <p:nvPr/>
        </p:nvSpPr>
        <p:spPr>
          <a:xfrm xmlns:a="http://schemas.openxmlformats.org/drawingml/2006/main">
            <a:off x="9182100" y="2400300"/>
            <a:ext cx="2428875" cy="4960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150" b="1">
                <a:solidFill>
                  <a:srgbClr val="177B9F"/>
                </a:solidFill>
                <a:latin typeface="Arial"/>
                <a:ea typeface="Arial"/>
                <a:cs typeface="Arial"/>
              </a:defRPr>
            </a:pPr>
            <a:r>
              <a:rPr sz="3150" b="1">
                <a:solidFill>
                  <a:srgbClr val="177B9F"/>
                </a:solidFill>
                <a:latin typeface="Arial"/>
                <a:ea typeface="Arial"/>
                <a:cs typeface="Arial"/>
              </a:rPr>
              <a:t>Pass 4</a:t>
            </a:r>
          </a:p>
        </p:txBody>
      </p:sp>
      <p:sp>
        <p:nvSpPr>
          <p:cNvPr id="23" name="text-26-23">
            <a:extLst xmlns:a="http://schemas.openxmlformats.org/drawingml/2006/main">
              <a:ext uri="{FF2B5EF4-FFF2-40B4-BE49-F238E27FC236}">
                <a16:creationId xmlns:a16="http://schemas.microsoft.com/office/drawing/2014/main" id="{4E72F0D1-10DF-497E-BBB2-1429FF76CA1B}"/>
              </a:ext>
            </a:extLst>
          </p:cNvPr>
          <p:cNvSpPr>
            <a:spLocks xmlns:a="http://schemas.openxmlformats.org/drawingml/2006/main" noGrp="1"/>
          </p:cNvSpPr>
          <p:nvPr/>
        </p:nvSpPr>
        <p:spPr>
          <a:xfrm xmlns:a="http://schemas.openxmlformats.org/drawingml/2006/main">
            <a:off x="9182100" y="3133725"/>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Try to break a</a:t>
            </a:r>
          </a:p>
        </p:txBody>
      </p:sp>
      <p:sp>
        <p:nvSpPr>
          <p:cNvPr id="24" name="text-26-24">
            <a:extLst xmlns:a="http://schemas.openxmlformats.org/drawingml/2006/main">
              <a:ext uri="{FF2B5EF4-FFF2-40B4-BE49-F238E27FC236}">
                <a16:creationId xmlns:a16="http://schemas.microsoft.com/office/drawing/2014/main" id="{97581116-F0C4-428C-AE4D-1257288DFAFB}"/>
              </a:ext>
            </a:extLst>
          </p:cNvPr>
          <p:cNvSpPr>
            <a:spLocks xmlns:a="http://schemas.openxmlformats.org/drawingml/2006/main" noGrp="1"/>
          </p:cNvSpPr>
          <p:nvPr/>
        </p:nvSpPr>
        <p:spPr>
          <a:xfrm xmlns:a="http://schemas.openxmlformats.org/drawingml/2006/main">
            <a:off x="9182100" y="3469767"/>
            <a:ext cx="22860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72B3A"/>
                </a:solidFill>
                <a:latin typeface="Arial"/>
                <a:ea typeface="Arial"/>
                <a:cs typeface="Arial"/>
              </a:defRPr>
            </a:pPr>
            <a:r>
              <a:rPr sz="2100" b="1">
                <a:solidFill>
                  <a:srgbClr val="172B3A"/>
                </a:solidFill>
                <a:latin typeface="Arial"/>
                <a:ea typeface="Arial"/>
                <a:cs typeface="Arial"/>
              </a:rPr>
              <a:t>guarantee</a:t>
            </a:r>
          </a:p>
        </p:txBody>
      </p:sp>
      <p:sp>
        <p:nvSpPr>
          <p:cNvPr id="25" name="text-26-25">
            <a:extLst xmlns:a="http://schemas.openxmlformats.org/drawingml/2006/main">
              <a:ext uri="{FF2B5EF4-FFF2-40B4-BE49-F238E27FC236}">
                <a16:creationId xmlns:a16="http://schemas.microsoft.com/office/drawing/2014/main" id="{A00CAD51-BAEA-4D09-A9B2-918B22525972}"/>
              </a:ext>
            </a:extLst>
          </p:cNvPr>
          <p:cNvSpPr>
            <a:spLocks xmlns:a="http://schemas.openxmlformats.org/drawingml/2006/main" noGrp="1"/>
          </p:cNvSpPr>
          <p:nvPr/>
        </p:nvSpPr>
        <p:spPr>
          <a:xfrm xmlns:a="http://schemas.openxmlformats.org/drawingml/2006/main">
            <a:off x="9182100" y="3977259"/>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Retarget during</a:t>
            </a:r>
          </a:p>
        </p:txBody>
      </p:sp>
      <p:sp>
        <p:nvSpPr>
          <p:cNvPr id="26" name="text-26-26">
            <a:extLst xmlns:a="http://schemas.openxmlformats.org/drawingml/2006/main">
              <a:ext uri="{FF2B5EF4-FFF2-40B4-BE49-F238E27FC236}">
                <a16:creationId xmlns:a16="http://schemas.microsoft.com/office/drawing/2014/main" id="{759B4E69-B1B4-4BD7-AEE6-C4DA9FEAC46F}"/>
              </a:ext>
            </a:extLst>
          </p:cNvPr>
          <p:cNvSpPr>
            <a:spLocks xmlns:a="http://schemas.openxmlformats.org/drawingml/2006/main" noGrp="1"/>
          </p:cNvSpPr>
          <p:nvPr/>
        </p:nvSpPr>
        <p:spPr>
          <a:xfrm xmlns:a="http://schemas.openxmlformats.org/drawingml/2006/main">
            <a:off x="9182100" y="4265295"/>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inference; reset during</a:t>
            </a:r>
          </a:p>
        </p:txBody>
      </p:sp>
      <p:sp>
        <p:nvSpPr>
          <p:cNvPr id="27" name="text-26-27">
            <a:extLst xmlns:a="http://schemas.openxmlformats.org/drawingml/2006/main">
              <a:ext uri="{FF2B5EF4-FFF2-40B4-BE49-F238E27FC236}">
                <a16:creationId xmlns:a16="http://schemas.microsoft.com/office/drawing/2014/main" id="{B40AE1E6-3378-41FD-8FD4-549A1AC3F74C}"/>
              </a:ext>
            </a:extLst>
          </p:cNvPr>
          <p:cNvSpPr>
            <a:spLocks xmlns:a="http://schemas.openxmlformats.org/drawingml/2006/main" noGrp="1"/>
          </p:cNvSpPr>
          <p:nvPr/>
        </p:nvSpPr>
        <p:spPr>
          <a:xfrm xmlns:a="http://schemas.openxmlformats.org/drawingml/2006/main">
            <a:off x="9182100" y="4553331"/>
            <a:ext cx="2286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a blocked model call</a:t>
            </a:r>
          </a:p>
        </p:txBody>
      </p:sp>
      <p:sp>
        <p:nvSpPr>
          <p:cNvPr id="28" name="rect-26-28">
            <a:extLst xmlns:a="http://schemas.openxmlformats.org/drawingml/2006/main">
              <a:ext uri="{FF2B5EF4-FFF2-40B4-BE49-F238E27FC236}">
                <a16:creationId xmlns:a16="http://schemas.microsoft.com/office/drawing/2014/main" id="{29FEC464-43B2-47C0-9AC2-DC1534BFE9A1}"/>
              </a:ext>
            </a:extLst>
          </p:cNvPr>
          <p:cNvSpPr>
            <a:spLocks xmlns:a="http://schemas.openxmlformats.org/drawingml/2006/main" noGrp="1"/>
          </p:cNvSpPr>
          <p:nvPr/>
        </p:nvSpPr>
        <p:spPr>
          <a:xfrm xmlns:a="http://schemas.openxmlformats.org/drawingml/2006/main">
            <a:off x="609600" y="5810250"/>
            <a:ext cx="10972800" cy="19050"/>
          </a:xfrm>
          <a:prstGeom xmlns:a="http://schemas.openxmlformats.org/drawingml/2006/main" prst="rect">
            <a:avLst/>
          </a:prstGeom>
          <a:solidFill xmlns:a="http://schemas.openxmlformats.org/drawingml/2006/main">
            <a:srgbClr val="C8D4D7"/>
          </a:solidFill>
          <a:ln xmlns:a="http://schemas.openxmlformats.org/drawingml/2006/main" w="0">
            <a:noFill/>
          </a:ln>
        </p:spPr>
      </p:sp>
      <p:sp>
        <p:nvSpPr>
          <p:cNvPr id="29" name="text-26-29">
            <a:extLst xmlns:a="http://schemas.openxmlformats.org/drawingml/2006/main">
              <a:ext uri="{FF2B5EF4-FFF2-40B4-BE49-F238E27FC236}">
                <a16:creationId xmlns:a16="http://schemas.microsoft.com/office/drawing/2014/main" id="{FAF7B510-8D71-4E6E-BE77-4C3B33D7E9F0}"/>
              </a:ext>
            </a:extLst>
          </p:cNvPr>
          <p:cNvSpPr>
            <a:spLocks xmlns:a="http://schemas.openxmlformats.org/drawingml/2006/main" noGrp="1"/>
          </p:cNvSpPr>
          <p:nvPr/>
        </p:nvSpPr>
        <p:spPr>
          <a:xfrm xmlns:a="http://schemas.openxmlformats.org/drawingml/2006/main">
            <a:off x="609600" y="6000750"/>
            <a:ext cx="10572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72B3A"/>
                </a:solidFill>
                <a:latin typeface="Arial"/>
                <a:ea typeface="Arial"/>
                <a:cs typeface="Arial"/>
              </a:defRPr>
            </a:pPr>
            <a:r>
              <a:rPr sz="1725" b="1">
                <a:solidFill>
                  <a:srgbClr val="172B3A"/>
                </a:solidFill>
                <a:latin typeface="Arial"/>
                <a:ea typeface="Arial"/>
                <a:cs typeface="Arial"/>
              </a:rPr>
              <a:t>Ask: who owns this state, what makes it stale, and which test proves the boundary?</a:t>
            </a:r>
          </a:p>
        </p:txBody>
      </p:sp>
      <p:sp>
        <p:nvSpPr>
          <p:cNvPr id="30" name="text-26-30">
            <a:extLst xmlns:a="http://schemas.openxmlformats.org/drawingml/2006/main">
              <a:ext uri="{FF2B5EF4-FFF2-40B4-BE49-F238E27FC236}">
                <a16:creationId xmlns:a16="http://schemas.microsoft.com/office/drawing/2014/main" id="{319EF18E-5A12-4AA2-A4DD-F01967974ED6}"/>
              </a:ext>
            </a:extLst>
          </p:cNvPr>
          <p:cNvSpPr>
            <a:spLocks xmlns:a="http://schemas.openxmlformats.org/drawingml/2006/main" noGrp="1"/>
          </p:cNvSpPr>
          <p:nvPr/>
        </p:nvSpPr>
        <p:spPr>
          <a:xfrm xmlns:a="http://schemas.openxmlformats.org/drawingml/2006/main">
            <a:off x="11430000" y="6457950"/>
            <a:ext cx="333375"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26777"/>
                </a:solidFill>
                <a:latin typeface="Arial"/>
                <a:ea typeface="Arial"/>
                <a:cs typeface="Arial"/>
              </a:defRPr>
            </a:pPr>
            <a:r>
              <a:rPr sz="1125" b="0">
                <a:solidFill>
                  <a:srgbClr val="526777"/>
                </a:solidFill>
                <a:latin typeface="Arial"/>
                <a:ea typeface="Arial"/>
                <a:cs typeface="Arial"/>
              </a:rPr>
              <a:t>26</a:t>
            </a:r>
          </a:p>
        </p:txBody>
      </p:sp>
    </p:spTree>
    <p:extLst>
      <p:ext uri="{BB962C8B-B14F-4D97-AF65-F5344CB8AC3E}">
        <p14:creationId xmlns:p14="http://schemas.microsoft.com/office/powerpoint/2010/main" val="1885239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2026-09-30T19:56:52.0290000Z</dcterms:created>
  <dcterms:modified xsi:type="dcterms:W3CDTF">2026-09-30T19:56:52.0290000Z</dcterms:modified>
</coreProperties>
</file>